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336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36E9F7-39A2-4AEC-8E52-5FEE03A1BB6F}" type="datetimeFigureOut">
              <a:rPr lang="en-US" smtClean="0"/>
              <a:t>5/6/2019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85D684-835C-46A8-AEB0-BB1214CA4955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ooter Placeholder 3"/>
          <p:cNvSpPr txBox="1">
            <a:spLocks/>
          </p:cNvSpPr>
          <p:nvPr userDrawn="1"/>
        </p:nvSpPr>
        <p:spPr>
          <a:xfrm>
            <a:off x="4772893" y="6582569"/>
            <a:ext cx="5029200" cy="22860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400" b="1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4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4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51271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36E9F7-39A2-4AEC-8E52-5FEE03A1BB6F}" type="datetimeFigureOut">
              <a:rPr lang="en-US" smtClean="0"/>
              <a:t>5/6/2019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85D684-835C-46A8-AEB0-BB1214CA4955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ooter Placeholder 3"/>
          <p:cNvSpPr txBox="1">
            <a:spLocks/>
          </p:cNvSpPr>
          <p:nvPr userDrawn="1"/>
        </p:nvSpPr>
        <p:spPr>
          <a:xfrm>
            <a:off x="4772893" y="6582569"/>
            <a:ext cx="5029200" cy="22860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400" b="1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4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4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74246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36E9F7-39A2-4AEC-8E52-5FEE03A1BB6F}" type="datetimeFigureOut">
              <a:rPr lang="en-US" smtClean="0"/>
              <a:t>5/6/2019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85D684-835C-46A8-AEB0-BB1214CA4955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ooter Placeholder 3"/>
          <p:cNvSpPr txBox="1">
            <a:spLocks/>
          </p:cNvSpPr>
          <p:nvPr userDrawn="1"/>
        </p:nvSpPr>
        <p:spPr>
          <a:xfrm>
            <a:off x="4772893" y="6582569"/>
            <a:ext cx="5029200" cy="22860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400" b="1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4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4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68326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36E9F7-39A2-4AEC-8E52-5FEE03A1BB6F}" type="datetimeFigureOut">
              <a:rPr lang="en-US" smtClean="0"/>
              <a:t>5/6/2019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85D684-835C-46A8-AEB0-BB1214CA49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08403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36E9F7-39A2-4AEC-8E52-5FEE03A1BB6F}" type="datetimeFigureOut">
              <a:rPr lang="en-US" smtClean="0"/>
              <a:t>5/6/2019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85D684-835C-46A8-AEB0-BB1214CA49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08130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36E9F7-39A2-4AEC-8E52-5FEE03A1BB6F}" type="datetimeFigureOut">
              <a:rPr lang="en-US" smtClean="0"/>
              <a:t>5/6/2019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85D684-835C-46A8-AEB0-BB1214CA49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52336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36E9F7-39A2-4AEC-8E52-5FEE03A1BB6F}" type="datetimeFigureOut">
              <a:rPr lang="en-US" smtClean="0"/>
              <a:t>5/6/2019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85D684-835C-46A8-AEB0-BB1214CA49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3960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36E9F7-39A2-4AEC-8E52-5FEE03A1BB6F}" type="datetimeFigureOut">
              <a:rPr lang="en-US" smtClean="0"/>
              <a:t>5/6/2019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85D684-835C-46A8-AEB0-BB1214CA49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64529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36E9F7-39A2-4AEC-8E52-5FEE03A1BB6F}" type="datetimeFigureOut">
              <a:rPr lang="en-US" smtClean="0"/>
              <a:t>5/6/2019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85D684-835C-46A8-AEB0-BB1214CA49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0838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36E9F7-39A2-4AEC-8E52-5FEE03A1BB6F}" type="datetimeFigureOut">
              <a:rPr lang="en-US" smtClean="0"/>
              <a:t>5/6/2019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85D684-835C-46A8-AEB0-BB1214CA49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06488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36E9F7-39A2-4AEC-8E52-5FEE03A1BB6F}" type="datetimeFigureOut">
              <a:rPr lang="en-US" smtClean="0"/>
              <a:t>5/6/2019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85D684-835C-46A8-AEB0-BB1214CA49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03999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36E9F7-39A2-4AEC-8E52-5FEE03A1BB6F}" type="datetimeFigureOut">
              <a:rPr lang="en-US" smtClean="0"/>
              <a:t>5/6/2019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85D684-835C-46A8-AEB0-BB1214CA4955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8" name="Footer Placeholder 3"/>
          <p:cNvSpPr txBox="1">
            <a:spLocks/>
          </p:cNvSpPr>
          <p:nvPr userDrawn="1"/>
        </p:nvSpPr>
        <p:spPr>
          <a:xfrm>
            <a:off x="4772893" y="6582569"/>
            <a:ext cx="5029200" cy="22860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400" b="1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4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4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661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471044" y="1879930"/>
            <a:ext cx="9222396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raduate 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/'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ɡrædʒuət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 (v)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0575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471044" y="1879930"/>
            <a:ext cx="9222396" cy="21236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raduate 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/'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ɡrædʒuət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 (v)</a:t>
            </a:r>
          </a:p>
          <a:p>
            <a:pPr algn="ctr"/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Tốt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nghiệp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72067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519443" y="1913075"/>
            <a:ext cx="8981947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ompose 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kəm'pəʊz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(v)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73018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542687" y="1913075"/>
            <a:ext cx="8935458" cy="21236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ompose 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kəm'pəʊz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(v)</a:t>
            </a:r>
          </a:p>
          <a:p>
            <a:pPr algn="ctr"/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Sáng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tác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soạn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thảo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38995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373918" y="2139971"/>
            <a:ext cx="7800533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erform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/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pə'fɔ:m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(v)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4505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350675" y="2139971"/>
            <a:ext cx="7847020" cy="21236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erform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/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pə'fɔ:m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(v)</a:t>
            </a:r>
          </a:p>
          <a:p>
            <a:pPr algn="ctr"/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Biểu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diễn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diễn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34463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084435" y="1788642"/>
            <a:ext cx="10350912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nstrument 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/'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ɪnstrəmənt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 (n)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56319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084435" y="1788642"/>
            <a:ext cx="10350911" cy="21236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nstrument 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/'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ɪnstrəmənt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 (n)</a:t>
            </a:r>
          </a:p>
          <a:p>
            <a:pPr algn="ctr"/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cụ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cụ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37168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84564" y="1899628"/>
            <a:ext cx="8166018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ldest son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/'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eldɪst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sʌn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46055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84564" y="1899628"/>
            <a:ext cx="8166018" cy="21236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ldest son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/'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eldɪst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sʌn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</a:p>
          <a:p>
            <a:pPr algn="ctr"/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Anh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trai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cả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02807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989546" y="2072357"/>
            <a:ext cx="6252033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rum 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drʌm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 (n)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28666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989546" y="2072357"/>
            <a:ext cx="6252032" cy="21236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rum 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drʌm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 (n)</a:t>
            </a:r>
          </a:p>
          <a:p>
            <a:pPr algn="ctr"/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Trống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71060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565341" y="1995083"/>
            <a:ext cx="4891083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an 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fæn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 (n)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35762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219894" y="1995083"/>
            <a:ext cx="5581977" cy="21236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an 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fæn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 (n)</a:t>
            </a:r>
          </a:p>
          <a:p>
            <a:pPr algn="ctr"/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Người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hâm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mộ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06655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220839" y="1917810"/>
            <a:ext cx="6069290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and 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bænd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(n)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35213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210949" y="1917810"/>
            <a:ext cx="8089074" cy="21236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and 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bænd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(n)</a:t>
            </a:r>
          </a:p>
          <a:p>
            <a:pPr algn="ctr"/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Nhóm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nhạc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, ban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nhạc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82857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318593" y="1729362"/>
            <a:ext cx="8790356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reative 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kri'eɪtɪv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adj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50846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318593" y="1729362"/>
            <a:ext cx="8790355" cy="21236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reative 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kri'eɪtɪv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adj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ctr"/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Sáng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tạo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25706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589446" y="2074440"/>
            <a:ext cx="8092280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istake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/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mə'steɪk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(n)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71489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612690" y="2074440"/>
            <a:ext cx="8045792" cy="21236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istake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/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mə'steɪk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(n)</a:t>
            </a:r>
          </a:p>
          <a:p>
            <a:pPr algn="ctr"/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Lỗi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917481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1698490"/>
            <a:ext cx="12192000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isturb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/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dɪ'stɜ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:[r]b / (v)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167393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1698490"/>
            <a:ext cx="12191999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isturb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/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dɪ'stɜ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:[r]b / (v)</a:t>
            </a:r>
          </a:p>
          <a:p>
            <a:pPr algn="ctr"/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Làm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mất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yên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tĩnh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làm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náo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55732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24</Words>
  <Application>Microsoft Office PowerPoint</Application>
  <PresentationFormat>Widescreen</PresentationFormat>
  <Paragraphs>33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Windows User</dc:creator>
  <cp:lastModifiedBy>Windows User</cp:lastModifiedBy>
  <cp:revision>5</cp:revision>
  <dcterms:created xsi:type="dcterms:W3CDTF">2019-05-06T15:08:45Z</dcterms:created>
  <dcterms:modified xsi:type="dcterms:W3CDTF">2019-05-06T15:52:23Z</dcterms:modified>
</cp:coreProperties>
</file>