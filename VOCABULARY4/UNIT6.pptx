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7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475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965CF-CD82-4A79-8F3C-05ACA08556AC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A20-2F3C-457D-9B86-4D78D4BF7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965CF-CD82-4A79-8F3C-05ACA08556AC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A20-2F3C-457D-9B86-4D78D4BF7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9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965CF-CD82-4A79-8F3C-05ACA08556AC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A20-2F3C-457D-9B86-4D78D4BF7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7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965CF-CD82-4A79-8F3C-05ACA08556AC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A20-2F3C-457D-9B86-4D78D4BF7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3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965CF-CD82-4A79-8F3C-05ACA08556AC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A20-2F3C-457D-9B86-4D78D4BF7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4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965CF-CD82-4A79-8F3C-05ACA08556AC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A20-2F3C-457D-9B86-4D78D4BF7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4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965CF-CD82-4A79-8F3C-05ACA08556AC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12A20-2F3C-457D-9B86-4D78D4BF7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1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965CF-CD82-4A79-8F3C-05ACA08556AC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12A20-2F3C-457D-9B86-4D78D4BF722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36317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Nguyễn Đăng 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42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2359" y="1879173"/>
            <a:ext cx="643958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ruise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kru:z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360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7941" y="1879173"/>
            <a:ext cx="1158843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ruise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kru:z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227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37451" y="1866295"/>
            <a:ext cx="85042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egment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seɡmənt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568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860694" y="1866295"/>
            <a:ext cx="845776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egment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seɡmənt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khúc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44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152" y="1765158"/>
            <a:ext cx="997741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antastic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fæn'tæstɪk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199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152" y="1765158"/>
            <a:ext cx="997741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antastic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fæn'tæstɪk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kì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quái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75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7019" y="1751711"/>
            <a:ext cx="818525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pisode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epəsəʊd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45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30263" y="1751711"/>
            <a:ext cx="813876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pisode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epəsəʊd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488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507" y="2168569"/>
            <a:ext cx="1189857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dventurous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əd'ventʃərəs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16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750" y="2168569"/>
            <a:ext cx="1185209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dventurous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əd'ventʃərəs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phiêu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mạo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1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7694" y="1917810"/>
            <a:ext cx="961673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abulous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fæbjələs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04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6736" y="1917810"/>
            <a:ext cx="935865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abulous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fæbjələs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795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1688" y="1879174"/>
            <a:ext cx="925606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unburn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sʌnbɜ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609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350" y="1879174"/>
            <a:ext cx="1004473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unburn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sʌnbɜ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cháy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nắng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rám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nắng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93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14155" y="2072357"/>
            <a:ext cx="503535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759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14155" y="2072357"/>
            <a:ext cx="503535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nhỡ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74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91218" y="2114781"/>
            <a:ext cx="938987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unscreen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sʌnskri:n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295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4492" y="2114781"/>
            <a:ext cx="1100333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unscreen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sʌnskri:n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918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6002" y="2278419"/>
            <a:ext cx="688117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Fair skin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skɪn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11198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6002" y="2278419"/>
            <a:ext cx="688117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Fair skin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skɪn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864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5554" y="2149630"/>
            <a:ext cx="679064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londe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blɒnd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204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5554" y="2149630"/>
            <a:ext cx="679064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londe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blɒnd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Cô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tóc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hoe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728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3600" y="2020652"/>
            <a:ext cx="945964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 rule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sɪmpəl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834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2642" y="2020652"/>
            <a:ext cx="920155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 rule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sɪmpəl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ru:l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524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04727" y="1763263"/>
            <a:ext cx="831105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Bright red face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braɪt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939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0526" y="1763263"/>
            <a:ext cx="809946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Bright red face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braɪt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tươi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12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43</Words>
  <Application>Microsoft Office PowerPoint</Application>
  <PresentationFormat>Widescreen</PresentationFormat>
  <Paragraphs>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8</cp:revision>
  <dcterms:created xsi:type="dcterms:W3CDTF">2019-05-06T13:24:43Z</dcterms:created>
  <dcterms:modified xsi:type="dcterms:W3CDTF">2019-05-06T14:29:41Z</dcterms:modified>
</cp:coreProperties>
</file>