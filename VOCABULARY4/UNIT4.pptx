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2" r:id="rId21"/>
    <p:sldId id="275" r:id="rId22"/>
    <p:sldId id="281" r:id="rId23"/>
    <p:sldId id="279" r:id="rId24"/>
    <p:sldId id="280" r:id="rId25"/>
    <p:sldId id="278" r:id="rId26"/>
    <p:sldId id="276" r:id="rId27"/>
    <p:sldId id="283" r:id="rId28"/>
    <p:sldId id="284" r:id="rId29"/>
    <p:sldId id="285" r:id="rId30"/>
    <p:sldId id="277" r:id="rId31"/>
    <p:sldId id="287" r:id="rId32"/>
    <p:sldId id="286" r:id="rId33"/>
    <p:sldId id="288" r:id="rId34"/>
    <p:sldId id="289" r:id="rId35"/>
    <p:sldId id="290" r:id="rId36"/>
    <p:sldId id="291" r:id="rId37"/>
    <p:sldId id="293" r:id="rId38"/>
    <p:sldId id="292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9688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0284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5093-0560-4185-B560-2F35C861F90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BE3F4-EB2C-492D-9FF7-307B81EA6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23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5093-0560-4185-B560-2F35C861F90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BE3F4-EB2C-492D-9FF7-307B81EA6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61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5093-0560-4185-B560-2F35C861F90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BE3F4-EB2C-492D-9FF7-307B81EA6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0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5093-0560-4185-B560-2F35C861F90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BE3F4-EB2C-492D-9FF7-307B81EA6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8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5093-0560-4185-B560-2F35C861F90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BE3F4-EB2C-492D-9FF7-307B81EA6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8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5093-0560-4185-B560-2F35C861F90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BE3F4-EB2C-492D-9FF7-307B81EA6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3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5093-0560-4185-B560-2F35C861F90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BE3F4-EB2C-492D-9FF7-307B81EA6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56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5093-0560-4185-B560-2F35C861F90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BE3F4-EB2C-492D-9FF7-307B81EA6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20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6E5093-0560-4185-B560-2F35C861F90F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BE3F4-EB2C-492D-9FF7-307B81EA667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483108" y="0"/>
            <a:ext cx="1297228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0120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73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39893" y="2574632"/>
            <a:ext cx="568296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uest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ɡest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657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39893" y="2574632"/>
            <a:ext cx="568296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uest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ɡest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mời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15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7543" y="1840537"/>
            <a:ext cx="1089990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omeowner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həʊmˌəʊnə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217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0787" y="1840537"/>
            <a:ext cx="1085341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omeowner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həʊmˌəʊnə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434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1623" y="2239782"/>
            <a:ext cx="1047671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Neighbor 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neɪbə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bər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018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4866" y="2239782"/>
            <a:ext cx="1043022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Neighbor 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neɪbə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bər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xóm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405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9205" y="2265540"/>
            <a:ext cx="1050800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elationship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rɪ'leɪʃənʃɪp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052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2448" y="2265540"/>
            <a:ext cx="1046151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elationship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rɪ'leɪʃənʃɪp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374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0570" y="2208911"/>
            <a:ext cx="1214948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Loud</a:t>
            </a:r>
            <a:r>
              <a:rPr lang="en-US" sz="6600" b="1" baseline="300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party 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laʊd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pɑ:ti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pɑ:rti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909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8015" y="2208911"/>
            <a:ext cx="1198437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Loud</a:t>
            </a:r>
            <a:r>
              <a:rPr lang="en-US" sz="6600" b="1" baseline="300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party 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laʊd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pɑ:ti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pɑ:rti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Bữa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tiệc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ầm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ĩ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685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28516" y="2087887"/>
            <a:ext cx="772519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Get along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 get 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ə'lɒŋ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924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1759" y="2087887"/>
            <a:ext cx="767870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Get along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 get 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ə'lɒŋ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6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endParaRPr lang="en-US" sz="6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182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93246" y="2020841"/>
            <a:ext cx="498405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eal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di:l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953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32144" y="2020841"/>
            <a:ext cx="530626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eal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di:l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thỏa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076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83726" y="1860990"/>
            <a:ext cx="856356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omantic comedy</a:t>
            </a:r>
            <a:b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rəʊ'mæntɪk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kɒmədi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680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89524" y="1860990"/>
            <a:ext cx="8351966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omantic comedy</a:t>
            </a:r>
            <a:b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rəʊ'mæntɪk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kɒmədi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Hài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kịch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lãng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mạn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442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12276" y="2182017"/>
            <a:ext cx="809035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ypical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tɪpɪkəl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031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35519" y="2182017"/>
            <a:ext cx="804386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ypical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tɪpɪkəl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Điển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trưng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188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1861" y="2291297"/>
            <a:ext cx="1017361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urprise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sə'praɪz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sər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 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097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1861" y="2291297"/>
            <a:ext cx="1017361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urprise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sə'praɪz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sər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 (v)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Ngạc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065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33590" y="2353419"/>
            <a:ext cx="1284999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Rich businessman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rɪtʃ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bɪznəsmən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321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10346" y="2353419"/>
            <a:ext cx="1280350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Rich businessman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rɪtʃ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bɪznəsmən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Nam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giàu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271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2742" y="2316487"/>
            <a:ext cx="1083341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onstantly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kɒnstəntli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322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5986" y="2316487"/>
            <a:ext cx="1078692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onstantly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kɒnstəntli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miên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481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95719" y="2329934"/>
            <a:ext cx="653255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pset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ʌp'set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171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95719" y="2329934"/>
            <a:ext cx="653255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pset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ʌp'set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đổ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lật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đổ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6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8936" y="2141675"/>
            <a:ext cx="1181765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Foolish mistake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fu:lɪʃ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mə'steɪk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406391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2180" y="2141675"/>
            <a:ext cx="1177117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Foolish mistake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fu:lɪʃ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mə'steɪk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Sai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lầm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ngớ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ngẩn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6573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59530" y="2381449"/>
            <a:ext cx="871905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nability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ɪnə'bɪləti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439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82774" y="2381449"/>
            <a:ext cx="867256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nability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ɪnə'bɪləti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6477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03412" y="1966863"/>
            <a:ext cx="1273436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ysterious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mɪ'stɪəriəs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stɪr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123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03412" y="1966863"/>
            <a:ext cx="1273436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ysterious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mɪ'stɪəriəs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stɪr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Huyền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ẩn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3908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16859" y="2034099"/>
            <a:ext cx="1288228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ccident - prone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æksɪdənt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prəʊn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009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16859" y="2034099"/>
            <a:ext cx="1288228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ccident - prone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æksɪdənt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prəʊn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tai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nạn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2823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9290" y="2121600"/>
            <a:ext cx="1042464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ight-hearted 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laɪt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hɑ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:[r]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tɪ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4055022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9290" y="2121600"/>
            <a:ext cx="1047113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ight-hearted 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laɪt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hɑ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:[r]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tɪ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Vui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vẻ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thư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9289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4608" y="2005311"/>
            <a:ext cx="1251977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iversion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daɪ'vɜ:ʃən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$ -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ɜ:rʒən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</p:txBody>
      </p:sp>
    </p:spTree>
    <p:extLst>
      <p:ext uri="{BB962C8B-B14F-4D97-AF65-F5344CB8AC3E}">
        <p14:creationId xmlns:p14="http://schemas.microsoft.com/office/powerpoint/2010/main" val="12573824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4608" y="2005311"/>
            <a:ext cx="1251977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iversion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daɪ'vɜ:ʃən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$ -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ɜ:rʒən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1106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580" y="2303040"/>
            <a:ext cx="1198437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urprise ending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sə'praɪz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endɪŋ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0858525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2824" y="2303040"/>
            <a:ext cx="1193788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urprise ending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sə'praɪz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endɪŋ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ngờ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6174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6095" y="2249252"/>
            <a:ext cx="1173590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uitable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sju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təbəl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5636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8650" y="2249252"/>
            <a:ext cx="1157079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uitable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sju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təbəl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hù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4018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5598" y="2188266"/>
            <a:ext cx="983955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Whole family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həʊl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$ 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hoʊl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684654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5598" y="2188266"/>
            <a:ext cx="983955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Whole family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həʊl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$ 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hoʊl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499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109</Words>
  <Application>Microsoft Office PowerPoint</Application>
  <PresentationFormat>Widescreen</PresentationFormat>
  <Paragraphs>66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PC</cp:lastModifiedBy>
  <cp:revision>10</cp:revision>
  <dcterms:created xsi:type="dcterms:W3CDTF">2019-04-08T15:56:38Z</dcterms:created>
  <dcterms:modified xsi:type="dcterms:W3CDTF">2019-09-10T09:02:08Z</dcterms:modified>
</cp:coreProperties>
</file>