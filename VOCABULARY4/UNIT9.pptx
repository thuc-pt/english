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6" r:id="rId12"/>
    <p:sldId id="277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90B05-8A87-48DC-AEB4-DF2242D216F0}" type="datetimeFigureOut">
              <a:rPr lang="en-US" smtClean="0"/>
              <a:t>9/10/2019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490BC-CE16-49BF-979D-6DF2C8A17AD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538912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276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90B05-8A87-48DC-AEB4-DF2242D216F0}" type="datetimeFigureOut">
              <a:rPr lang="en-US" smtClean="0"/>
              <a:t>9/10/2019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490BC-CE16-49BF-979D-6DF2C8A17AD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538912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396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90B05-8A87-48DC-AEB4-DF2242D216F0}" type="datetimeFigureOut">
              <a:rPr lang="en-US" smtClean="0"/>
              <a:t>9/10/2019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490BC-CE16-49BF-979D-6DF2C8A17AD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538912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3969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3981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5395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90B05-8A87-48DC-AEB4-DF2242D216F0}" type="datetimeFigureOut">
              <a:rPr lang="en-US" smtClean="0"/>
              <a:t>9/10/2019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490BC-CE16-49BF-979D-6DF2C8A17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968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90B05-8A87-48DC-AEB4-DF2242D216F0}" type="datetimeFigureOut">
              <a:rPr lang="en-US" smtClean="0"/>
              <a:t>9/10/2019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490BC-CE16-49BF-979D-6DF2C8A17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945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90B05-8A87-48DC-AEB4-DF2242D216F0}" type="datetimeFigureOut">
              <a:rPr lang="en-US" smtClean="0"/>
              <a:t>9/10/2019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490BC-CE16-49BF-979D-6DF2C8A17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784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90B05-8A87-48DC-AEB4-DF2242D216F0}" type="datetimeFigureOut">
              <a:rPr lang="en-US" smtClean="0"/>
              <a:t>9/10/2019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490BC-CE16-49BF-979D-6DF2C8A17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3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90B05-8A87-48DC-AEB4-DF2242D216F0}" type="datetimeFigureOut">
              <a:rPr lang="en-US" smtClean="0"/>
              <a:t>9/10/2019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490BC-CE16-49BF-979D-6DF2C8A17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184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90B05-8A87-48DC-AEB4-DF2242D216F0}" type="datetimeFigureOut">
              <a:rPr lang="en-US" smtClean="0"/>
              <a:t>9/10/2019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490BC-CE16-49BF-979D-6DF2C8A17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137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90B05-8A87-48DC-AEB4-DF2242D216F0}" type="datetimeFigureOut">
              <a:rPr lang="en-US" smtClean="0"/>
              <a:t>9/10/2019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7490BC-CE16-49BF-979D-6DF2C8A17AD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3"/>
          <p:cNvSpPr txBox="1">
            <a:spLocks/>
          </p:cNvSpPr>
          <p:nvPr userDrawn="1"/>
        </p:nvSpPr>
        <p:spPr>
          <a:xfrm>
            <a:off x="4772893" y="6538912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2593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22122" y="1845840"/>
            <a:ext cx="886967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Referee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/ˌ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refə'ri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:/ (n),(v)</a:t>
            </a:r>
          </a:p>
        </p:txBody>
      </p:sp>
    </p:spTree>
    <p:extLst>
      <p:ext uri="{BB962C8B-B14F-4D97-AF65-F5344CB8AC3E}">
        <p14:creationId xmlns:p14="http://schemas.microsoft.com/office/powerpoint/2010/main" val="3438784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39413" y="1845840"/>
            <a:ext cx="6635086" cy="31393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Referee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/ˌ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refə'ri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:/ </a:t>
            </a:r>
            <a:b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(n):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(v):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6136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52632" y="1903037"/>
            <a:ext cx="10709983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Commit a foul 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kə'mɪt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ə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faʊl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387281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5875" y="1903037"/>
            <a:ext cx="10663496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Commit a foul 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kə'mɪt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ə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faʊl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Cam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pha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2107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77024" y="2085235"/>
            <a:ext cx="499367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Kick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kɪk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</a:p>
        </p:txBody>
      </p:sp>
    </p:spTree>
    <p:extLst>
      <p:ext uri="{BB962C8B-B14F-4D97-AF65-F5344CB8AC3E}">
        <p14:creationId xmlns:p14="http://schemas.microsoft.com/office/powerpoint/2010/main" val="1733590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76513" y="2085235"/>
            <a:ext cx="6394700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Kick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kɪk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Đá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sút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bóng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đá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97665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046598"/>
            <a:ext cx="12192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Penalty 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penlti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</p:txBody>
      </p:sp>
    </p:spTree>
    <p:extLst>
      <p:ext uri="{BB962C8B-B14F-4D97-AF65-F5344CB8AC3E}">
        <p14:creationId xmlns:p14="http://schemas.microsoft.com/office/powerpoint/2010/main" val="2581816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2046598"/>
            <a:ext cx="121920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Penalty 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penlti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cú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đền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5271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65599" y="2210615"/>
            <a:ext cx="1042625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Punishment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/'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pʌnɪʃmənt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</p:txBody>
      </p:sp>
    </p:spTree>
    <p:extLst>
      <p:ext uri="{BB962C8B-B14F-4D97-AF65-F5344CB8AC3E}">
        <p14:creationId xmlns:p14="http://schemas.microsoft.com/office/powerpoint/2010/main" val="3654458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8842" y="2210615"/>
            <a:ext cx="10379765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Punishment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/'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pʌnɪʃmənt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trừng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5100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2098114"/>
            <a:ext cx="12192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T-ball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/'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bɔ:l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582826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" y="2098114"/>
            <a:ext cx="121920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T-ball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/'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bɔ:l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Nhãn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bóng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chày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trẻ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7206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37565" y="2222358"/>
            <a:ext cx="8190064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Baseball 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beɪsbɔ:l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</p:txBody>
      </p:sp>
    </p:spTree>
    <p:extLst>
      <p:ext uri="{BB962C8B-B14F-4D97-AF65-F5344CB8AC3E}">
        <p14:creationId xmlns:p14="http://schemas.microsoft.com/office/powerpoint/2010/main" val="1447295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37565" y="2222358"/>
            <a:ext cx="8190063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Baseball 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beɪsbɔ:l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Bóng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chày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84739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04297" y="2342813"/>
            <a:ext cx="752161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Be/get involved with</a:t>
            </a:r>
            <a:endParaRPr lang="en-US" sz="66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758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0635" y="2342813"/>
            <a:ext cx="9728945" cy="31393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Be/get involved with</a:t>
            </a:r>
          </a:p>
          <a:p>
            <a:pPr algn="ctr"/>
            <a:r>
              <a:rPr lang="en-US" sz="6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Gặp</a:t>
            </a:r>
            <a:r>
              <a:rPr lang="en-US" sz="6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rắc</a:t>
            </a:r>
            <a:r>
              <a:rPr lang="en-US" sz="6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rối</a:t>
            </a:r>
            <a:r>
              <a:rPr lang="en-US" sz="6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6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sz="6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sz="6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algn="ctr"/>
            <a:r>
              <a:rPr lang="en-US" sz="6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6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endParaRPr lang="en-US" sz="66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814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71933" y="1892052"/>
            <a:ext cx="345479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Go along</a:t>
            </a:r>
          </a:p>
        </p:txBody>
      </p:sp>
    </p:spTree>
    <p:extLst>
      <p:ext uri="{BB962C8B-B14F-4D97-AF65-F5344CB8AC3E}">
        <p14:creationId xmlns:p14="http://schemas.microsoft.com/office/powerpoint/2010/main" val="36753662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71933" y="1892052"/>
            <a:ext cx="3454792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Go along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tục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71933" y="1892052"/>
            <a:ext cx="345479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Go along</a:t>
            </a:r>
          </a:p>
        </p:txBody>
      </p:sp>
    </p:spTree>
    <p:extLst>
      <p:ext uri="{BB962C8B-B14F-4D97-AF65-F5344CB8AC3E}">
        <p14:creationId xmlns:p14="http://schemas.microsoft.com/office/powerpoint/2010/main" val="30964408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36370" y="2249252"/>
            <a:ext cx="907973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Coach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kəʊtʃ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koʊtʃ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(v)</a:t>
            </a:r>
          </a:p>
        </p:txBody>
      </p:sp>
    </p:spTree>
    <p:extLst>
      <p:ext uri="{BB962C8B-B14F-4D97-AF65-F5344CB8AC3E}">
        <p14:creationId xmlns:p14="http://schemas.microsoft.com/office/powerpoint/2010/main" val="32146654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36370" y="2249252"/>
            <a:ext cx="9079729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Coach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kəʊtʃ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koʊtʃ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(v)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Dạy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huấn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34317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1511" y="2059478"/>
            <a:ext cx="679064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Session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/'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seʃən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</p:txBody>
      </p:sp>
    </p:spTree>
    <p:extLst>
      <p:ext uri="{BB962C8B-B14F-4D97-AF65-F5344CB8AC3E}">
        <p14:creationId xmlns:p14="http://schemas.microsoft.com/office/powerpoint/2010/main" val="41918326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435908" y="2059478"/>
            <a:ext cx="7221849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Session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/'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seʃən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Buổi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phiên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họp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4835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50</Words>
  <Application>Microsoft Office PowerPoint</Application>
  <PresentationFormat>Widescreen</PresentationFormat>
  <Paragraphs>35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PC</cp:lastModifiedBy>
  <cp:revision>9</cp:revision>
  <dcterms:created xsi:type="dcterms:W3CDTF">2019-05-06T15:53:04Z</dcterms:created>
  <dcterms:modified xsi:type="dcterms:W3CDTF">2019-09-10T09:20:37Z</dcterms:modified>
</cp:coreProperties>
</file>