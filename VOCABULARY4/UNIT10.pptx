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6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4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4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0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6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6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9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4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9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71FB5-BA27-49BB-8029-D9F67C585BF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B1114-F6FC-4A2E-B6D6-E86D5C145E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66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7798" y="1969326"/>
            <a:ext cx="693888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ecipe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resəpi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71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7798" y="1969326"/>
            <a:ext cx="693888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ecipe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resəpi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1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2986" y="1956447"/>
            <a:ext cx="473238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dɪʃ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33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2986" y="1956447"/>
            <a:ext cx="473238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dɪʃ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26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8696" y="1885045"/>
            <a:ext cx="1005352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Ingredient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ɪn'ɡri:diənt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8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8696" y="1885045"/>
            <a:ext cx="1005352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Ingredient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ɪn'ɡri:diənt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23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8393" y="2113645"/>
            <a:ext cx="101713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Sharp knives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[r]p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naivz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03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8393" y="2113645"/>
            <a:ext cx="1017137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Sharp knives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[r]p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naivz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nhọn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5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8749" y="2030122"/>
            <a:ext cx="974337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onfuse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kən'fju:zɪŋ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0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8749" y="2030122"/>
            <a:ext cx="97433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onfuse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kən'fju:zɪŋ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47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24461" y="1765158"/>
            <a:ext cx="787427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ugary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ʃʊɡəri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74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24461" y="1765158"/>
            <a:ext cx="787427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ugary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ʃʊɡəri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Ngọt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44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53973" y="2046599"/>
            <a:ext cx="63947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atty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fæti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37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53973" y="2046599"/>
            <a:ext cx="639469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atty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fæti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Béo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19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68244" y="1930689"/>
            <a:ext cx="70118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astry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peɪstri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35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4226" y="1930689"/>
            <a:ext cx="873989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astry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peɪstri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ngọt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nướng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748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7807" y="1872734"/>
            <a:ext cx="888012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Wholegrain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405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7807" y="1872734"/>
            <a:ext cx="888012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Wholegrain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Ngũ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cốc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64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5019" y="2046598"/>
            <a:ext cx="639309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pæstə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277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5019" y="2046598"/>
            <a:ext cx="639309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asta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pæstə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ống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476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48669" y="1765158"/>
            <a:ext cx="88040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kəm'baɪn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149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48669" y="1765158"/>
            <a:ext cx="880401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kəm'baɪn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</Words>
  <Application>Microsoft Office PowerPoint</Application>
  <PresentationFormat>Widescreen</PresentationFormat>
  <Paragraphs>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2019-05-13T07:13:36Z</dcterms:created>
  <dcterms:modified xsi:type="dcterms:W3CDTF">2019-05-13T08:59:51Z</dcterms:modified>
</cp:coreProperties>
</file>