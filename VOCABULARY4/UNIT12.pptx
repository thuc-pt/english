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569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34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295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59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8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0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0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2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3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6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1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9A658-A662-4833-9895-91F46FDA7E7D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6D251-ECD3-4B6B-A8B9-7773EFD7184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32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5122" y="1843567"/>
            <a:ext cx="981069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ottery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pɒtəri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282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1879" y="1843567"/>
            <a:ext cx="985718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ottery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pɒtəri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gốm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7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0493" y="1776143"/>
            <a:ext cx="572143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Plate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pleɪt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734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2041" y="1776143"/>
            <a:ext cx="705834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Plate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pleɪt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Đĩa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đựng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359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93756" y="1892053"/>
            <a:ext cx="471154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07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7882" y="1892053"/>
            <a:ext cx="500329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Đan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sợi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71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26576" y="2195463"/>
            <a:ext cx="888897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llowance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ə'laʊəns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939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35061" y="2195463"/>
            <a:ext cx="967200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llowance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ə'laʊəns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đặn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600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69809" y="1872734"/>
            <a:ext cx="801533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igital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dɪdʒətl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723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93052" y="1872734"/>
            <a:ext cx="796884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igital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dɪdʒətl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431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0321" y="1841295"/>
            <a:ext cx="1013764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mpressive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ɪm'presɪv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012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31704" y="1841295"/>
            <a:ext cx="1033488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mpressive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ɪm'presɪv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999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</Words>
  <Application>Microsoft Office PowerPoint</Application>
  <PresentationFormat>Widescreen</PresentationFormat>
  <Paragraphs>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</cp:revision>
  <dcterms:created xsi:type="dcterms:W3CDTF">2019-05-13T09:24:02Z</dcterms:created>
  <dcterms:modified xsi:type="dcterms:W3CDTF">2019-05-13T10:44:00Z</dcterms:modified>
</cp:coreProperties>
</file>