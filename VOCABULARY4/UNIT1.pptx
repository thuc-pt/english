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6B2AA-47D1-44F8-ABA8-03535067DE18}" type="datetimeFigureOut">
              <a:rPr lang="en-US" smtClean="0"/>
              <a:t>8/28/2019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D1DF1-2EEF-446B-9F7E-8C701674FEE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72893" y="6629400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5238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9760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9263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6B2AA-47D1-44F8-ABA8-03535067DE18}" type="datetimeFigureOut">
              <a:rPr lang="en-US" smtClean="0"/>
              <a:t>8/28/2019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D1DF1-2EEF-446B-9F7E-8C701674F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976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6B2AA-47D1-44F8-ABA8-03535067DE18}" type="datetimeFigureOut">
              <a:rPr lang="en-US" smtClean="0"/>
              <a:t>8/28/2019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D1DF1-2EEF-446B-9F7E-8C701674F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969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6B2AA-47D1-44F8-ABA8-03535067DE18}" type="datetimeFigureOut">
              <a:rPr lang="en-US" smtClean="0"/>
              <a:t>8/28/2019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D1DF1-2EEF-446B-9F7E-8C701674F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619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6B2AA-47D1-44F8-ABA8-03535067DE18}" type="datetimeFigureOut">
              <a:rPr lang="en-US" smtClean="0"/>
              <a:t>8/28/2019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D1DF1-2EEF-446B-9F7E-8C701674F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392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6B2AA-47D1-44F8-ABA8-03535067DE18}" type="datetimeFigureOut">
              <a:rPr lang="en-US" smtClean="0"/>
              <a:t>8/28/2019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D1DF1-2EEF-446B-9F7E-8C701674F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544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6B2AA-47D1-44F8-ABA8-03535067DE18}" type="datetimeFigureOut">
              <a:rPr lang="en-US" smtClean="0"/>
              <a:t>8/28/2019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D1DF1-2EEF-446B-9F7E-8C701674F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430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6B2AA-47D1-44F8-ABA8-03535067DE18}" type="datetimeFigureOut">
              <a:rPr lang="en-US" smtClean="0"/>
              <a:t>8/28/2019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D1DF1-2EEF-446B-9F7E-8C701674F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052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6B2AA-47D1-44F8-ABA8-03535067DE18}" type="datetimeFigureOut">
              <a:rPr lang="en-US" smtClean="0"/>
              <a:t>8/28/2019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D1DF1-2EEF-446B-9F7E-8C701674F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059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B2AA-47D1-44F8-ABA8-03535067DE18}" type="datetimeFigureOut">
              <a:rPr lang="en-US" smtClean="0"/>
              <a:t>8/28/2019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AD1DF1-2EEF-446B-9F7E-8C701674FEE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72893" y="6629400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1805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7578" y="2134478"/>
            <a:ext cx="1173026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nimal doctor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/'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ænəməl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dɒktə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524238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065" y="2134478"/>
            <a:ext cx="11637288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nimal doctor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/'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ænəməl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dɒktə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Bác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sĩ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thú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y</a:t>
            </a:r>
          </a:p>
        </p:txBody>
      </p:sp>
    </p:spTree>
    <p:extLst>
      <p:ext uri="{BB962C8B-B14F-4D97-AF65-F5344CB8AC3E}">
        <p14:creationId xmlns:p14="http://schemas.microsoft.com/office/powerpoint/2010/main" val="496564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15830" y="2098114"/>
            <a:ext cx="8192115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raining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treɪnɪŋ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 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3158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44872" y="2098114"/>
            <a:ext cx="7934031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raining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treɪnɪŋ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đào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4821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61816" y="2219327"/>
            <a:ext cx="8188460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edical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medɪkəl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2842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85060" y="2219327"/>
            <a:ext cx="8141972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edical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medɪkəl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 y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964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70878" y="2149629"/>
            <a:ext cx="7611379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rgan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/'ɔ:[r]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ɡən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0247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70878" y="2149629"/>
            <a:ext cx="7611379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rgan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/'ɔ:[r]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ɡən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phận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8490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27860" y="2213456"/>
            <a:ext cx="10639451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Same position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seɪm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pə'zɪʃən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26208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51103" y="2213456"/>
            <a:ext cx="10592964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Same position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seɪm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pə'zɪʃən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đương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7649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59390" y="1908530"/>
            <a:ext cx="8449749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nderstanding</a:t>
            </a:r>
            <a:br>
              <a:rPr lang="en-US" sz="6600" b="1" baseline="300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/ˌ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ʌndə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[r]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stændɪŋ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6600" b="1" dirty="0">
              <a:solidFill>
                <a:schemeClr val="accent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8821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88431" y="1908530"/>
            <a:ext cx="8191666" cy="31393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nderstanding</a:t>
            </a:r>
            <a:br>
              <a:rPr lang="en-US" sz="6600" b="1" baseline="3000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/ˌ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ʌndə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[r]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stændɪŋ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hiểu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6600" b="1" dirty="0">
              <a:solidFill>
                <a:schemeClr val="accent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0802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68692" y="2214024"/>
            <a:ext cx="7988084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uality</a:t>
            </a:r>
            <a:r>
              <a:rPr lang="en-US" sz="6600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kwɒləti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 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5868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4971" y="2214024"/>
            <a:ext cx="11535530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uality</a:t>
            </a:r>
            <a:r>
              <a:rPr lang="en-US" sz="6600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kwɒləti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Đức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6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đặc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nét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biệt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22743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72220" y="2110993"/>
            <a:ext cx="6678431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nkle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/'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æŋkəl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89759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72220" y="2110993"/>
            <a:ext cx="6678431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nkle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/'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æŋkəl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Mắt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cá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chân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15902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04652" y="2123872"/>
            <a:ext cx="8972329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Bump into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bʌmp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ɪntu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:/</a:t>
            </a:r>
          </a:p>
        </p:txBody>
      </p:sp>
    </p:spTree>
    <p:extLst>
      <p:ext uri="{BB962C8B-B14F-4D97-AF65-F5344CB8AC3E}">
        <p14:creationId xmlns:p14="http://schemas.microsoft.com/office/powerpoint/2010/main" val="33643986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04652" y="2123872"/>
            <a:ext cx="8972328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Bump into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bʌmp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ɪntu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:/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26452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62690" y="2214024"/>
            <a:ext cx="7412607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Fell down </a:t>
            </a:r>
            <a:r>
              <a:rPr lang="en-US" sz="66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fel daʊn/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66636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62690" y="2214024"/>
            <a:ext cx="7412607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Fell down 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fel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daʊn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Ngã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xuống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22775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47378" y="2368571"/>
            <a:ext cx="570188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Twist</a:t>
            </a:r>
            <a:r>
              <a:rPr lang="en-US" sz="6600" b="1" baseline="30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twɪst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(v)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37357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66505" y="2368571"/>
            <a:ext cx="6463629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Twist</a:t>
            </a:r>
            <a:r>
              <a:rPr lang="en-US" sz="6600" b="1" baseline="30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twɪst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(v)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Sái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mắt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cá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chân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575936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03309" y="2201146"/>
            <a:ext cx="8193269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ainful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peɪnfəl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05463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26553" y="2201146"/>
            <a:ext cx="8146781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ainful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peɪnfəl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Đau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đớn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đau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khổ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84316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99915" y="2162509"/>
            <a:ext cx="10966464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mmediately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ɪ'mi:diətli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adv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728164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3428" y="2162509"/>
            <a:ext cx="11059438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mmediately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ɪ'mi:diətli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adv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Ngay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tức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98438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1079" y="2252661"/>
            <a:ext cx="9722177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wollen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swəʊlən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6829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1079" y="2252661"/>
            <a:ext cx="9722177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wollen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swəʊlən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Sưng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phình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38520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09863" y="2368570"/>
            <a:ext cx="11008911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Pain - relieving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peɪn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ri'li:vi</a:t>
            </a:r>
            <a:r>
              <a:rPr lang="el-GR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9194989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80395" y="2368570"/>
            <a:ext cx="10867847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Pain - relieving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peɪn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ri'li:vi</a:t>
            </a:r>
            <a:r>
              <a:rPr lang="el-GR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η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đau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69842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68820" y="2162509"/>
            <a:ext cx="601235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ight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taɪt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00036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68820" y="2162509"/>
            <a:ext cx="6012352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ight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taɪt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Chặt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57560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71953" y="2329934"/>
            <a:ext cx="4984057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eal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hi:l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(v)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32262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72772" y="2329934"/>
            <a:ext cx="8382424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eal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hi:l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(v)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lành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vết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thương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606461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90407" y="2317056"/>
            <a:ext cx="8382423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uickly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kwɪkli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(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adv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2321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61552" y="2317056"/>
            <a:ext cx="8440132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6600" b="1" i="0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uickly 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kwɪkli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 (</a:t>
            </a:r>
            <a:r>
              <a:rPr lang="en-US" sz="6600" b="1" i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adv</a:t>
            </a:r>
            <a:r>
              <a:rPr lang="en-US" sz="66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nhanh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chóng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3538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8539" y="2149630"/>
            <a:ext cx="9006441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Look forward to + V-</a:t>
            </a:r>
            <a:r>
              <a:rPr lang="en-US" sz="6600" b="1" dirty="0" err="1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ing</a:t>
            </a:r>
            <a:endParaRPr lang="en-US" sz="6600" b="1" dirty="0">
              <a:solidFill>
                <a:schemeClr val="accent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57286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148540" y="2149630"/>
            <a:ext cx="9006440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Look forward to + V-</a:t>
            </a:r>
            <a:r>
              <a:rPr lang="en-US" sz="6600" b="1" dirty="0" err="1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ing</a:t>
            </a:r>
            <a:endParaRPr lang="en-US" sz="6600" b="1" dirty="0">
              <a:solidFill>
                <a:schemeClr val="accent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Trông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đợi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trông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mong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477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91</Words>
  <Application>Microsoft Office PowerPoint</Application>
  <PresentationFormat>Widescreen</PresentationFormat>
  <Paragraphs>57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PC</cp:lastModifiedBy>
  <cp:revision>7</cp:revision>
  <dcterms:created xsi:type="dcterms:W3CDTF">2019-04-06T17:41:23Z</dcterms:created>
  <dcterms:modified xsi:type="dcterms:W3CDTF">2019-08-28T09:39:21Z</dcterms:modified>
</cp:coreProperties>
</file>