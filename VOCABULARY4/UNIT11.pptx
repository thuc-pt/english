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2" r:id="rId10"/>
    <p:sldId id="263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0F25C-43DC-49E7-836A-758356D96263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69E1-54B1-416A-8527-34CD99AAD79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Nguyễn Đăng 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412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0F25C-43DC-49E7-836A-758356D96263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69E1-54B1-416A-8527-34CD99AAD79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Nguyễn Đăng 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327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0F25C-43DC-49E7-836A-758356D96263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69E1-54B1-416A-8527-34CD99AAD79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Nguyễn Đăng 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480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0F25C-43DC-49E7-836A-758356D96263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69E1-54B1-416A-8527-34CD99AAD79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4772893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Nguyễn Đăng 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316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0F25C-43DC-49E7-836A-758356D96263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69E1-54B1-416A-8527-34CD99AAD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633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0F25C-43DC-49E7-836A-758356D96263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69E1-54B1-416A-8527-34CD99AAD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36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0F25C-43DC-49E7-836A-758356D96263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69E1-54B1-416A-8527-34CD99AAD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733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0F25C-43DC-49E7-836A-758356D96263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69E1-54B1-416A-8527-34CD99AAD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50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0F25C-43DC-49E7-836A-758356D96263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69E1-54B1-416A-8527-34CD99AAD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06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0F25C-43DC-49E7-836A-758356D96263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69E1-54B1-416A-8527-34CD99AAD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863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0F25C-43DC-49E7-836A-758356D96263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69E1-54B1-416A-8527-34CD99AAD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115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0F25C-43DC-49E7-836A-758356D96263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E69E1-54B1-416A-8527-34CD99AAD79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Nguyễn Đăng 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894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62975" y="1638642"/>
            <a:ext cx="890019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issect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dɪ'sekt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daɪ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 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35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86218" y="1638642"/>
            <a:ext cx="8853706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issect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dɪ'sekt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daɪ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 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phẫu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213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02311" y="1953416"/>
            <a:ext cx="884248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rankly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fræŋkli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34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25554" y="1953416"/>
            <a:ext cx="879599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rankly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fræŋkli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Thẳng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thắn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778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90705" y="1830878"/>
            <a:ext cx="1012488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isgusting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dɪs'ɡʌstɪŋ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41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90705" y="1830878"/>
            <a:ext cx="1012488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isgusting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dɪs'ɡʌstɪŋ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tởm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ghê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tởm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813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73970" y="2007205"/>
            <a:ext cx="859882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eology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dʒi'ɒlədʒi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216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73970" y="2007205"/>
            <a:ext cx="859882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eology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dʒi'ɒlədʒi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Khoa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983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34694" y="2000387"/>
            <a:ext cx="1005833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stronomy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ə'strɒnəmi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95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57938" y="2000387"/>
            <a:ext cx="1001184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stronomy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ə'strɒnəmi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Thiên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205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60425" y="1805499"/>
            <a:ext cx="1050954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stronomer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ə'strɒnəmə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534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83668" y="1805499"/>
            <a:ext cx="1046305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stronomer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ə'strɒnəmə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thiên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736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20111" y="2087887"/>
            <a:ext cx="923284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elescope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teləskəʊp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370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66555" y="2087887"/>
            <a:ext cx="1133996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elescope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teləskəʊp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vọng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thiên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067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0130" y="1790347"/>
            <a:ext cx="1079494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bservatory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əb'zɜ:vətəri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449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86887" y="1790347"/>
            <a:ext cx="1084142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bservatory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əb'zɜ:vətəri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thiên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473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12695" y="1980311"/>
            <a:ext cx="827502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eaceful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pi:sfəl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203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89452" y="1980311"/>
            <a:ext cx="832150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eaceful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pi:sfəl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56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18</Words>
  <Application>Microsoft Office PowerPoint</Application>
  <PresentationFormat>Widescreen</PresentationFormat>
  <Paragraphs>27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3</cp:revision>
  <dcterms:created xsi:type="dcterms:W3CDTF">2019-05-13T09:00:52Z</dcterms:created>
  <dcterms:modified xsi:type="dcterms:W3CDTF">2019-05-13T09:23:48Z</dcterms:modified>
</cp:coreProperties>
</file>