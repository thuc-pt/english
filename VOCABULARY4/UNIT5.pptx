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74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12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5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1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9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3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5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73AAA-522D-4A1C-A7FA-1398E3CC5E4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13AC9-7D95-4F0E-B17B-E1B3EC8CA95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92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8405" y="2074440"/>
            <a:ext cx="78213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Swing shift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ʃɪft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28680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8405" y="2074440"/>
            <a:ext cx="782137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Swing shift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ʃɪft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920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034099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raveyard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ɡreɪvjɑ:d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jɑ:rd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4099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raveyard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ɡreɪvjɑ:d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jɑ:rd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/(n)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81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1421" y="2085236"/>
            <a:ext cx="1007833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Strange hour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streɪndʒ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aʊr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18262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1421" y="2085236"/>
            <a:ext cx="1007833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Strange hour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streɪndʒ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aʊr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27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8282" y="2149629"/>
            <a:ext cx="89883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Flexi - time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fleksitaɪm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48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4080" y="2149629"/>
            <a:ext cx="877676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Flexi - time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fleksitaɪm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12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723" y="2497359"/>
            <a:ext cx="1128866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onvenient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kən'vi:niənt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140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723" y="2497359"/>
            <a:ext cx="1128866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onvenient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kən'vi:niənt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11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7132" y="2136751"/>
            <a:ext cx="111898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orker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wɜ:kə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wɜ:rkər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26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7132" y="2136751"/>
            <a:ext cx="1118985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orker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wɜ:kə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wɜ:rkər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12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6722" y="2136751"/>
            <a:ext cx="809548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nstead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ɪn'sted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80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9966" y="2136751"/>
            <a:ext cx="804899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nstead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ɪn'sted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547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15" y="2265540"/>
            <a:ext cx="99341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xhausted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ɪɡ'zɔ:stɪd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993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15" y="2265540"/>
            <a:ext cx="993413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xhausted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ɪɡ'zɔ:stɪd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Kiệt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518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6436" y="2407207"/>
            <a:ext cx="74831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enefit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benəfɪt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800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59680" y="2407207"/>
            <a:ext cx="743665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enefit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benəfɪt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451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7255" y="1845840"/>
            <a:ext cx="701666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Dental insurance </a:t>
            </a:r>
            <a:b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ɪn'ʃʊərəns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49721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7914" y="1845840"/>
            <a:ext cx="7595349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Dental insurance </a:t>
            </a:r>
            <a:b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ɪn'ʃʊərəns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0181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</Words>
  <Application>Microsoft Office PowerPoint</Application>
  <PresentationFormat>Widescreen</PresentationFormat>
  <Paragraphs>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PC</cp:lastModifiedBy>
  <cp:revision>5</cp:revision>
  <dcterms:created xsi:type="dcterms:W3CDTF">2019-04-08T17:30:26Z</dcterms:created>
  <dcterms:modified xsi:type="dcterms:W3CDTF">2019-09-10T09:03:28Z</dcterms:modified>
</cp:coreProperties>
</file>