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33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75864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8720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61801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4102D-EC1C-4F84-9796-8B433649BD66}" type="datetimeFigureOut">
              <a:rPr lang="en-US" smtClean="0"/>
              <a:t>4/8/2019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773A1-E881-4A49-B352-C082CB1E02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529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4102D-EC1C-4F84-9796-8B433649BD66}" type="datetimeFigureOut">
              <a:rPr lang="en-US" smtClean="0"/>
              <a:t>4/8/2019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773A1-E881-4A49-B352-C082CB1E02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942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4102D-EC1C-4F84-9796-8B433649BD66}" type="datetimeFigureOut">
              <a:rPr lang="en-US" smtClean="0"/>
              <a:t>4/8/2019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773A1-E881-4A49-B352-C082CB1E02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2351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4102D-EC1C-4F84-9796-8B433649BD66}" type="datetimeFigureOut">
              <a:rPr lang="en-US" smtClean="0"/>
              <a:t>4/8/2019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773A1-E881-4A49-B352-C082CB1E02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691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4102D-EC1C-4F84-9796-8B433649BD66}" type="datetimeFigureOut">
              <a:rPr lang="en-US" smtClean="0"/>
              <a:t>4/8/2019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773A1-E881-4A49-B352-C082CB1E02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4809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4102D-EC1C-4F84-9796-8B433649BD66}" type="datetimeFigureOut">
              <a:rPr lang="en-US" smtClean="0"/>
              <a:t>4/8/2019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773A1-E881-4A49-B352-C082CB1E02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229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4102D-EC1C-4F84-9796-8B433649BD66}" type="datetimeFigureOut">
              <a:rPr lang="en-US" smtClean="0"/>
              <a:t>4/8/2019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773A1-E881-4A49-B352-C082CB1E02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70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4102D-EC1C-4F84-9796-8B433649BD66}" type="datetimeFigureOut">
              <a:rPr lang="en-US" smtClean="0"/>
              <a:t>4/8/2019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773A1-E881-4A49-B352-C082CB1E02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034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04102D-EC1C-4F84-9796-8B433649BD66}" type="datetimeFigureOut">
              <a:rPr lang="en-US" smtClean="0"/>
              <a:t>4/8/2019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3773A1-E881-4A49-B352-C082CB1E029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289536" cy="69982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ooter Placeholder 3"/>
          <p:cNvSpPr txBox="1">
            <a:spLocks/>
          </p:cNvSpPr>
          <p:nvPr userDrawn="1"/>
        </p:nvSpPr>
        <p:spPr>
          <a:xfrm>
            <a:off x="4772893" y="6629400"/>
            <a:ext cx="5029200" cy="2286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0649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50587" y="2149630"/>
            <a:ext cx="6155852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Look forward to</a:t>
            </a:r>
            <a:endParaRPr lang="en-US" sz="6600" dirty="0">
              <a:solidFill>
                <a:schemeClr val="accent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0258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068562" y="2149630"/>
            <a:ext cx="8319906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Look forward to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Mong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đợi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trông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mong</a:t>
            </a:r>
            <a:endParaRPr lang="en-US" sz="6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49427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460589" y="2188266"/>
            <a:ext cx="5398402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ife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waɪf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 (n)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9659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460589" y="2188266"/>
            <a:ext cx="5398401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ife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waɪf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 (n)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Vợ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93675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16011" y="2214024"/>
            <a:ext cx="6246903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win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twɪn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 (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05331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16011" y="2214024"/>
            <a:ext cx="6246902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win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twɪn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 (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Sinh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đôi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35390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726322" y="2149630"/>
            <a:ext cx="4602542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Take care of</a:t>
            </a:r>
            <a:endParaRPr lang="en-US" sz="6600" dirty="0">
              <a:solidFill>
                <a:schemeClr val="accent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61916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055995" y="2149630"/>
            <a:ext cx="7943200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Take care of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Chăm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sóc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trông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nom</a:t>
            </a:r>
            <a:endParaRPr lang="en-US" sz="6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28732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443044" y="2355692"/>
            <a:ext cx="7607339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fraid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ə'freɪd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 (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90247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443044" y="2355692"/>
            <a:ext cx="7560852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fraid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ə'freɪd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 (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Sợ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hoảng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sợ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03208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521" y="2329934"/>
            <a:ext cx="7858241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evelop 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dɪ'veləp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 (v)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08203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309764" y="2329934"/>
            <a:ext cx="7811754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evelop 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dɪ'veləp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 (v)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6136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7779" y="2261184"/>
            <a:ext cx="11904221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ersonality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/ˌ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pɜ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[r]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sə'næləti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 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14935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3577" y="2261184"/>
            <a:ext cx="11692624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ersonality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/ˌ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pɜ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[r]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sə'næləti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24203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46431" y="2175388"/>
            <a:ext cx="6824305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ittle shy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lɪtl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∫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ai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60897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52229" y="2175388"/>
            <a:ext cx="6612708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ittle shy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lɪtl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∫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ai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Chút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nhút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nhát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77784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33449" y="2123872"/>
            <a:ext cx="10037491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urchase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pɜ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[r]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tʃɪs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(v) (n)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8210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33449" y="2123872"/>
            <a:ext cx="10037491" cy="31393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urchase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pɜ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[r]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tʃɪs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(v) (n)</a:t>
            </a:r>
          </a:p>
          <a:p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(v):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mua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sắm</a:t>
            </a:r>
            <a:endParaRPr lang="en-US" sz="66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(n):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mua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vật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mua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16067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488096" y="2252661"/>
            <a:ext cx="7292381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ocal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ləʊkəl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04005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488096" y="2252661"/>
            <a:ext cx="7292381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ocal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ləʊkəl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Địa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66634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50799" y="2278418"/>
            <a:ext cx="9973372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Dining room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daɪn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ɪŋ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ru:m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61266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33354" y="2278418"/>
            <a:ext cx="9808262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Dining room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daɪn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ɪŋ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ru:m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Phòng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ăn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77615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48305" y="2291297"/>
            <a:ext cx="10806741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allpaper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wɔ:lˌpeɪpə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[r]/ (n)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14829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48305" y="2291297"/>
            <a:ext cx="10806741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allpaper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wɔ:lˌpeɪpə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[r]/ (n)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Giấy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dán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tường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95170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030402" y="2381449"/>
            <a:ext cx="8541890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ecorate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dekəreɪt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(v)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04059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053645" y="2381449"/>
            <a:ext cx="8495403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ecorate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dekəreɪt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(v)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Trang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trí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56803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97543" y="1840537"/>
            <a:ext cx="10899907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omeowner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həʊmˌəʊnə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90608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20787" y="1840537"/>
            <a:ext cx="10853419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omeowner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həʊmˌəʊnə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Chủ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nhà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53080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31280" y="2123872"/>
            <a:ext cx="6541343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ent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/rent/ 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(v) (n)</a:t>
            </a:r>
            <a:endParaRPr lang="en-US" sz="6600" b="1" i="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38764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74254" y="2123872"/>
            <a:ext cx="9569002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ent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/rent/ 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(v) (n)</a:t>
            </a:r>
          </a:p>
          <a:p>
            <a:pPr algn="ctr"/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    (v): 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thuê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thuê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(n):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tiền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thuê</a:t>
            </a:r>
            <a:endParaRPr lang="en-US" sz="6600" b="1" i="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09591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52</Words>
  <Application>Microsoft Office PowerPoint</Application>
  <PresentationFormat>Widescreen</PresentationFormat>
  <Paragraphs>47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Windows User</cp:lastModifiedBy>
  <cp:revision>6</cp:revision>
  <dcterms:created xsi:type="dcterms:W3CDTF">2019-04-08T14:57:26Z</dcterms:created>
  <dcterms:modified xsi:type="dcterms:W3CDTF">2019-04-08T15:55:52Z</dcterms:modified>
</cp:coreProperties>
</file>