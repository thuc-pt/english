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1" autoAdjust="0"/>
    <p:restoredTop sz="94660"/>
  </p:normalViewPr>
  <p:slideViewPr>
    <p:cSldViewPr snapToGrid="0">
      <p:cViewPr varScale="1">
        <p:scale>
          <a:sx n="74" d="100"/>
          <a:sy n="74" d="100"/>
        </p:scale>
        <p:origin x="25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66D3-EB3A-4E27-A33B-9C06DFF3A8D6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315B-7F19-45AD-BB6C-EF9F5448B21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4785085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570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74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205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66D3-EB3A-4E27-A33B-9C06DFF3A8D6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315B-7F19-45AD-BB6C-EF9F5448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0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66D3-EB3A-4E27-A33B-9C06DFF3A8D6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315B-7F19-45AD-BB6C-EF9F5448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0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66D3-EB3A-4E27-A33B-9C06DFF3A8D6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315B-7F19-45AD-BB6C-EF9F5448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7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66D3-EB3A-4E27-A33B-9C06DFF3A8D6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315B-7F19-45AD-BB6C-EF9F5448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3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66D3-EB3A-4E27-A33B-9C06DFF3A8D6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315B-7F19-45AD-BB6C-EF9F5448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56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66D3-EB3A-4E27-A33B-9C06DFF3A8D6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315B-7F19-45AD-BB6C-EF9F5448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78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66D3-EB3A-4E27-A33B-9C06DFF3A8D6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315B-7F19-45AD-BB6C-EF9F5448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1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C66D3-EB3A-4E27-A33B-9C06DFF3A8D6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7315B-7F19-45AD-BB6C-EF9F5448B2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99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C66D3-EB3A-4E27-A33B-9C06DFF3A8D6}" type="datetimeFigureOut">
              <a:rPr lang="en-US" smtClean="0"/>
              <a:t>5/13/2019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7315B-7F19-45AD-BB6C-EF9F5448B21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85085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52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3590" y="1745272"/>
            <a:ext cx="1142011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lementary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elə'mentəri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289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6834" y="1745272"/>
            <a:ext cx="1137362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lementary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elə'mentəri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1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704" y="2133910"/>
            <a:ext cx="1133194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ompetition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kɒmpə'tɪʃən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65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5947" y="2133910"/>
            <a:ext cx="1128546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ompetition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/ˌ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kɒmpə'tɪʃən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cạnh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00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76144"/>
            <a:ext cx="1200841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tudio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stju:diəʊ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stu:dioʊ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62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76144"/>
            <a:ext cx="1203166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tudio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stju:diəʊ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stu:dioʊ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Xưởng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xưởng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phim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927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29757" y="2080500"/>
            <a:ext cx="997901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andscape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lændskeɪp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820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3000" y="2080500"/>
            <a:ext cx="993252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andscape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lændskeɪp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0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5571" y="2286373"/>
            <a:ext cx="981069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ketchbook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sketʃbʊk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801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8815" y="2286373"/>
            <a:ext cx="9764211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ketchbook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sketʃbʊk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phác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839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2739" y="1928226"/>
            <a:ext cx="1127744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mpersonal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ɪm'pɜ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sənəl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85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5140" y="1680119"/>
            <a:ext cx="11277446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mpersonal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ɪm'pɜ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[r]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sənəl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Bâng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quơ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650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24385" y="1956446"/>
            <a:ext cx="622638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ketch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sketʃ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609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5702" y="1956446"/>
            <a:ext cx="7383753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ketch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sketʃ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Phác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270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</Words>
  <Application>Microsoft Office PowerPoint</Application>
  <PresentationFormat>Widescreen</PresentationFormat>
  <Paragraphs>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6</cp:revision>
  <dcterms:created xsi:type="dcterms:W3CDTF">2019-05-06T14:30:15Z</dcterms:created>
  <dcterms:modified xsi:type="dcterms:W3CDTF">2019-05-13T07:12:22Z</dcterms:modified>
</cp:coreProperties>
</file>