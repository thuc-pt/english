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1" r:id="rId24"/>
    <p:sldId id="282" r:id="rId25"/>
    <p:sldId id="279" r:id="rId26"/>
    <p:sldId id="280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A121E-FB76-4792-BC8E-162863155545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A7641-A4A7-4717-A53B-877AC999891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72440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596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49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242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A121E-FB76-4792-BC8E-162863155545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A7641-A4A7-4717-A53B-877AC999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1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A121E-FB76-4792-BC8E-162863155545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A7641-A4A7-4717-A53B-877AC999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5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A121E-FB76-4792-BC8E-162863155545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A7641-A4A7-4717-A53B-877AC999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8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A121E-FB76-4792-BC8E-162863155545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A7641-A4A7-4717-A53B-877AC999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A121E-FB76-4792-BC8E-162863155545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A7641-A4A7-4717-A53B-877AC999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16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A121E-FB76-4792-BC8E-162863155545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A7641-A4A7-4717-A53B-877AC999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09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A121E-FB76-4792-BC8E-162863155545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A7641-A4A7-4717-A53B-877AC999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2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A121E-FB76-4792-BC8E-162863155545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A7641-A4A7-4717-A53B-877AC999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3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A121E-FB76-4792-BC8E-162863155545}" type="datetimeFigureOut">
              <a:rPr lang="en-US" smtClean="0"/>
              <a:t>4/8/2019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A7641-A4A7-4717-A53B-877AC999891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72440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221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6771" y="2291297"/>
            <a:ext cx="820205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High grade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ɡreɪd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2628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6771" y="2291297"/>
            <a:ext cx="820205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High grade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ɡreɪd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30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0188" y="1779551"/>
            <a:ext cx="761618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ouple of subjects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kʌpəl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əv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sʌbdʒɪkt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374442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0188" y="1779551"/>
            <a:ext cx="7616188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ouple of subjects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kʌpəl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əv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sʌbdʒɪkt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Hai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291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54554" y="2355692"/>
            <a:ext cx="935223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hemistry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keməstri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260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7797" y="2355692"/>
            <a:ext cx="930575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hemistry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keməstri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321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40591" y="2291297"/>
            <a:ext cx="868859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ogical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lɒdʒɪkəl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362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63835" y="2291297"/>
            <a:ext cx="864210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ogical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lɒdʒɪkəl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logic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63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0925" y="2355691"/>
            <a:ext cx="982031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omplex</a:t>
            </a:r>
            <a:r>
              <a:rPr lang="en-US" sz="6600" b="1" baseline="30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kɒmpleks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87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04169" y="2355691"/>
            <a:ext cx="977382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omplex</a:t>
            </a:r>
            <a:r>
              <a:rPr lang="en-US" sz="6600" b="1" baseline="30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kɒmpleks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rắc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rối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404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711" y="2278419"/>
            <a:ext cx="1215428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athematics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mæ</a:t>
            </a:r>
            <a:r>
              <a:rPr lang="el-GR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ə'mætɪks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228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54" y="2278419"/>
            <a:ext cx="1210780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athematics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mæ</a:t>
            </a:r>
            <a:r>
              <a:rPr lang="el-GR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ə'mætɪks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12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17810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læb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= 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aboratory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læbrətɔ:ri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</a:p>
        </p:txBody>
      </p:sp>
    </p:spTree>
    <p:extLst>
      <p:ext uri="{BB962C8B-B14F-4D97-AF65-F5344CB8AC3E}">
        <p14:creationId xmlns:p14="http://schemas.microsoft.com/office/powerpoint/2010/main" val="421186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17810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læb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= 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aboratory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læbrətɔ:ri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thí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endParaRPr lang="en-US" sz="6600" b="1" i="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997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9122" y="2394328"/>
            <a:ext cx="1114920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xperiment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ɪk'sperəmənt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698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2365" y="2394328"/>
            <a:ext cx="1110271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xperiment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ɪk'sperəmənt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Thí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368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0319" y="2265539"/>
            <a:ext cx="883684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reative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kri'eɪtɪv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343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3563" y="2265539"/>
            <a:ext cx="879035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reative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kri'eɪtɪv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088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01871" y="2252661"/>
            <a:ext cx="777802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xpress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ɪk'spres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160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25114" y="2252661"/>
            <a:ext cx="773154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xpress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ɪk'spres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tỏ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26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5134" y="2260993"/>
            <a:ext cx="981390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aintbrush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peɪntbrʌʃ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988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8378" y="2260993"/>
            <a:ext cx="976741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aintbrush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peɪntbrʌʃ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Bút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877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5783" y="2226903"/>
            <a:ext cx="686758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xam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ɪɡ'zæm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172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5783" y="2226903"/>
            <a:ext cx="686758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xam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ɪɡ'zæm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290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37118" y="2162509"/>
            <a:ext cx="751840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xtra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ekstrə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94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60362" y="2162509"/>
            <a:ext cx="747191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xtra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ekstrə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081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0869" y="2329934"/>
            <a:ext cx="776687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oring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bɔ:rɪŋ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639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0869" y="2329934"/>
            <a:ext cx="776687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oring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bɔ:rɪŋ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tẻ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nhạt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6564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1358" y="2072357"/>
            <a:ext cx="399340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 good at</a:t>
            </a:r>
            <a:endParaRPr lang="en-US" sz="6600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608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93108" y="2072357"/>
            <a:ext cx="596990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 good at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Giỏi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endParaRPr 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081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41124" y="2278419"/>
            <a:ext cx="919751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ood score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ɡʊd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537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46923" y="2278419"/>
            <a:ext cx="898592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ood score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ɡʊd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68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0446" y="2047546"/>
            <a:ext cx="849380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Best grade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/best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ɡreɪd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103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0446" y="2047546"/>
            <a:ext cx="849380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Best grade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/best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ɡreɪd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09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97</Words>
  <Application>Microsoft Office PowerPoint</Application>
  <PresentationFormat>Widescreen</PresentationFormat>
  <Paragraphs>51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6</cp:revision>
  <dcterms:created xsi:type="dcterms:W3CDTF">2019-04-08T14:04:53Z</dcterms:created>
  <dcterms:modified xsi:type="dcterms:W3CDTF">2019-04-08T14:57:06Z</dcterms:modified>
</cp:coreProperties>
</file>