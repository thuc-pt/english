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B131-4D17-4B7E-A795-C63B83B542F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D3F1A-5311-4E2C-9346-B6584D60B8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788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5000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755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B131-4D17-4B7E-A795-C63B83B542F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D3F1A-5311-4E2C-9346-B6584D60B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9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B131-4D17-4B7E-A795-C63B83B542F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D3F1A-5311-4E2C-9346-B6584D60B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11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B131-4D17-4B7E-A795-C63B83B542F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D3F1A-5311-4E2C-9346-B6584D60B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98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B131-4D17-4B7E-A795-C63B83B542F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D3F1A-5311-4E2C-9346-B6584D60B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20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B131-4D17-4B7E-A795-C63B83B542F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D3F1A-5311-4E2C-9346-B6584D60B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6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B131-4D17-4B7E-A795-C63B83B542F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D3F1A-5311-4E2C-9346-B6584D60B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00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B131-4D17-4B7E-A795-C63B83B542F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D3F1A-5311-4E2C-9346-B6584D60B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66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B131-4D17-4B7E-A795-C63B83B542F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D3F1A-5311-4E2C-9346-B6584D60B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25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0B131-4D17-4B7E-A795-C63B83B542F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D3F1A-5311-4E2C-9346-B6584D60B8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489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8192" y="1892051"/>
            <a:ext cx="836799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ungry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hʌŋɡri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488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31435" y="1892051"/>
            <a:ext cx="832150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ungry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hʌŋɡri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Đói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khao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khát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887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2758" y="1814779"/>
            <a:ext cx="885203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reakfast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brekfəst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492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6002" y="1814779"/>
            <a:ext cx="880555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reakfast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brekfəst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Bữa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649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5728" y="2020840"/>
            <a:ext cx="608211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heese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tʃi:z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050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5728" y="2020840"/>
            <a:ext cx="608211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heese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tʃi:z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Pho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mát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870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7868" y="1963834"/>
            <a:ext cx="978825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omato</a:t>
            </a:r>
            <a:b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tə'mɑ:təʊ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meɪtoʊ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48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3666" y="1963834"/>
            <a:ext cx="9576660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omato</a:t>
            </a:r>
            <a:b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tə'mɑ:təʊ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meɪtoʊ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chua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67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9849" y="2122357"/>
            <a:ext cx="1111798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egetarian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vedʒə'teəriən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534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3093" y="2122357"/>
            <a:ext cx="1107149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egetarian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vedʒə'teəriən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chay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416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92896" y="2072356"/>
            <a:ext cx="832311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ork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pɔ:k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pɔ:rk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341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92896" y="2072356"/>
            <a:ext cx="832311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ork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pɔ:k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pɔ:rk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Thịt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lợn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949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1159" y="1902659"/>
            <a:ext cx="963020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ervice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sɜ:vɪs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sɜ:r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302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1159" y="1902659"/>
            <a:ext cx="963020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ervice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sɜ:vɪs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sɜ:r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hầu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hạ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830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7877" y="2033719"/>
            <a:ext cx="805297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oor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pɔ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pʊr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956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7877" y="2033719"/>
            <a:ext cx="788786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oor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pɔ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pʊr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Nghèo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kém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907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16</Words>
  <Application>Microsoft Office PowerPoint</Application>
  <PresentationFormat>Widescreen</PresentationFormat>
  <Paragraphs>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4</cp:revision>
  <dcterms:created xsi:type="dcterms:W3CDTF">2019-04-03T11:35:52Z</dcterms:created>
  <dcterms:modified xsi:type="dcterms:W3CDTF">2019-04-03T12:45:29Z</dcterms:modified>
</cp:coreProperties>
</file>