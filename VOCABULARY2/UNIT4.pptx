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547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839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C96A3-3CFF-4CD2-8579-BBF2BA9AC1B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E2D-D410-45FB-A9DC-4A2E1125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1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C96A3-3CFF-4CD2-8579-BBF2BA9AC1B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E2D-D410-45FB-A9DC-4A2E1125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29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C96A3-3CFF-4CD2-8579-BBF2BA9AC1B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E2D-D410-45FB-A9DC-4A2E1125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00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C96A3-3CFF-4CD2-8579-BBF2BA9AC1B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E2D-D410-45FB-A9DC-4A2E1125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214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C96A3-3CFF-4CD2-8579-BBF2BA9AC1B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E2D-D410-45FB-A9DC-4A2E1125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26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C96A3-3CFF-4CD2-8579-BBF2BA9AC1B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E2D-D410-45FB-A9DC-4A2E1125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02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C96A3-3CFF-4CD2-8579-BBF2BA9AC1B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E2D-D410-45FB-A9DC-4A2E1125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73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C96A3-3CFF-4CD2-8579-BBF2BA9AC1B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9E2D-D410-45FB-A9DC-4A2E1125E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4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C96A3-3CFF-4CD2-8579-BBF2BA9AC1B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C9E2D-D410-45FB-A9DC-4A2E1125E06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67056" y="0"/>
            <a:ext cx="12326112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661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2043" y="2149630"/>
            <a:ext cx="667682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ovie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mu:vi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270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22043" y="2149630"/>
            <a:ext cx="672331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ovie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mu:vi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Phim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203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96597"/>
            <a:ext cx="1228644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ovie</a:t>
            </a:r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theater</a:t>
            </a:r>
            <a:b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mu:vi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'</a:t>
            </a:r>
            <a:r>
              <a:rPr lang="el-GR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ɪətə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217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96597"/>
            <a:ext cx="1228644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ovie</a:t>
            </a:r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theater</a:t>
            </a:r>
            <a:b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mu:vi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l-GR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ɪətə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Rạp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phim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44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5232" y="1863643"/>
            <a:ext cx="1032366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sual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ju:ʒuəl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ju:ʒəl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77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2295" y="1863643"/>
            <a:ext cx="1046953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sual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ju:ʒuəl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ju:ʒəl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313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25204" y="1969325"/>
            <a:ext cx="936506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Musical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mju:zɪkəl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040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25204" y="1969325"/>
            <a:ext cx="936506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Musical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mju:zɪkəl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288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2216" y="2015726"/>
            <a:ext cx="986680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Movie ticket</a:t>
            </a:r>
            <a:r>
              <a:rPr lang="en-US" sz="6600" b="1" baseline="3000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mu:vi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tɪkɪt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928091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5459" y="2015726"/>
            <a:ext cx="982031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Movie ticket</a:t>
            </a:r>
            <a:r>
              <a:rPr lang="en-US" sz="6600" b="1" baseline="3000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mu:vi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tɪkɪt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Vé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phim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503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3962" y="2007773"/>
            <a:ext cx="1070677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omedy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kɒmədi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kɑ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:-/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838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3962" y="2007773"/>
            <a:ext cx="1070677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omedy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kɒmədi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kɑ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:-/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Phim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hài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hài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kịch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480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1361" y="2057394"/>
            <a:ext cx="1087669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Action movie</a:t>
            </a:r>
            <a:r>
              <a:rPr lang="en-US" sz="6600" b="1" baseline="3000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ækʃən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mu:vi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959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1361" y="2057394"/>
            <a:ext cx="1055449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Action movie</a:t>
            </a:r>
            <a:r>
              <a:rPr lang="en-US" sz="6600" b="1" baseline="3000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ækʃən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mu:vi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Phim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430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6219" y="2265540"/>
            <a:ext cx="703429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unny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fʌni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6600" b="1" dirty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102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6219" y="2265540"/>
            <a:ext cx="749115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unny</a:t>
            </a:r>
            <a:r>
              <a:rPr lang="en-US" sz="6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fʌni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Buồn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cười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khôi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hài</a:t>
            </a:r>
            <a:r>
              <a:rPr lang="en-US" sz="6600" b="1" dirty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303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42</Words>
  <Application>Microsoft Office PowerPoint</Application>
  <PresentationFormat>Widescreen</PresentationFormat>
  <Paragraphs>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6</cp:revision>
  <dcterms:created xsi:type="dcterms:W3CDTF">2019-04-02T16:10:13Z</dcterms:created>
  <dcterms:modified xsi:type="dcterms:W3CDTF">2019-04-03T12:42:03Z</dcterms:modified>
</cp:coreProperties>
</file>