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4" r:id="rId7"/>
    <p:sldId id="261" r:id="rId8"/>
    <p:sldId id="262" r:id="rId9"/>
    <p:sldId id="265" r:id="rId10"/>
    <p:sldId id="266" r:id="rId11"/>
    <p:sldId id="270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AA2DE-5565-4126-8728-D1BE1591732F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6F36-94D1-4ED0-9307-BE1925DFDFC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93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925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AA2DE-5565-4126-8728-D1BE1591732F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6F36-94D1-4ED0-9307-BE1925DFD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9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AA2DE-5565-4126-8728-D1BE1591732F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6F36-94D1-4ED0-9307-BE1925DFD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9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AA2DE-5565-4126-8728-D1BE1591732F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6F36-94D1-4ED0-9307-BE1925DFD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1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AA2DE-5565-4126-8728-D1BE1591732F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6F36-94D1-4ED0-9307-BE1925DFD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42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AA2DE-5565-4126-8728-D1BE1591732F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6F36-94D1-4ED0-9307-BE1925DFD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11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AA2DE-5565-4126-8728-D1BE1591732F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6F36-94D1-4ED0-9307-BE1925DFD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89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AA2DE-5565-4126-8728-D1BE1591732F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6F36-94D1-4ED0-9307-BE1925DFD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4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AA2DE-5565-4126-8728-D1BE1591732F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6F36-94D1-4ED0-9307-BE1925DFD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62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AA2DE-5565-4126-8728-D1BE1591732F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A6F36-94D1-4ED0-9307-BE1925DFD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5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AA2DE-5565-4126-8728-D1BE1591732F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A6F36-94D1-4ED0-9307-BE1925DFDFC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70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695" y="1725196"/>
            <a:ext cx="1207330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alculator 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kælkjəleɪtə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000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695" y="1725196"/>
            <a:ext cx="1207330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alculator 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kælkjəleɪtə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97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623" y="1774247"/>
            <a:ext cx="1215345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trange - 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looking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streɪndʒ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lʊk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ɪŋ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05507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623" y="1774247"/>
            <a:ext cx="1215345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trange - 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looking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streɪndʒ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lʊk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Trông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lạ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369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7977" y="1801900"/>
            <a:ext cx="811549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uffer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pʌfə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702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1220" y="1801900"/>
            <a:ext cx="806900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uffer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pʌfə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tròn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tròn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53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73325" y="2046598"/>
            <a:ext cx="718177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lanet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plænɪt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852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79123" y="2046598"/>
            <a:ext cx="697017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lanet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plænɪt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951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8761" y="2020841"/>
            <a:ext cx="895790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Mars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mɑ:z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mɑ:rz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023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8761" y="2020841"/>
            <a:ext cx="895790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Mars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mɑ:z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mɑ:rz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Sao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Hỏa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771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8530" y="2091106"/>
            <a:ext cx="1096159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orrow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bɒrəʊ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bɑ:roʊ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209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1774" y="2091106"/>
            <a:ext cx="1091510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orrow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bɒrəʊ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bɑ:roʊ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Vay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mượn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085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59664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elescope</a:t>
            </a:r>
            <a: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teləskəʊp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skoʊp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210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59664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elescope</a:t>
            </a:r>
            <a: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teləskəʊp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skoʊp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vọng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430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</Words>
  <Application>Microsoft Office PowerPoint</Application>
  <PresentationFormat>Widescreen</PresentationFormat>
  <Paragraphs>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3</cp:revision>
  <dcterms:created xsi:type="dcterms:W3CDTF">2019-04-03T12:02:39Z</dcterms:created>
  <dcterms:modified xsi:type="dcterms:W3CDTF">2019-04-03T12:22:11Z</dcterms:modified>
</cp:coreProperties>
</file>