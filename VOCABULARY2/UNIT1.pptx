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5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58" r:id="rId17"/>
    <p:sldId id="259" r:id="rId18"/>
    <p:sldId id="260" r:id="rId19"/>
    <p:sldId id="261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321E7A"/>
    <a:srgbClr val="1A11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8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83906"/>
            <a:ext cx="10515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C72BA-C8E5-494A-8848-EAAC0DB8705A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38C1A-C3F5-4520-AAB5-4C52B94690C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449568"/>
            <a:ext cx="5029200" cy="4084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ooter Placeholder 3"/>
          <p:cNvSpPr txBox="1">
            <a:spLocks/>
          </p:cNvSpPr>
          <p:nvPr userDrawn="1"/>
        </p:nvSpPr>
        <p:spPr>
          <a:xfrm>
            <a:off x="4876800" y="6548119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033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5207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71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4486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C72BA-C8E5-494A-8848-EAAC0DB8705A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38C1A-C3F5-4520-AAB5-4C52B9469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914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C72BA-C8E5-494A-8848-EAAC0DB8705A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38C1A-C3F5-4520-AAB5-4C52B9469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374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C72BA-C8E5-494A-8848-EAAC0DB8705A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38C1A-C3F5-4520-AAB5-4C52B9469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324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C72BA-C8E5-494A-8848-EAAC0DB8705A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38C1A-C3F5-4520-AAB5-4C52B9469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568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C72BA-C8E5-494A-8848-EAAC0DB8705A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38C1A-C3F5-4520-AAB5-4C52B9469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497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7C72BA-C8E5-494A-8848-EAAC0DB8705A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38C1A-C3F5-4520-AAB5-4C52B94690C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3"/>
          <p:cNvSpPr txBox="1">
            <a:spLocks/>
          </p:cNvSpPr>
          <p:nvPr userDrawn="1"/>
        </p:nvSpPr>
        <p:spPr>
          <a:xfrm>
            <a:off x="5867400" y="6176963"/>
            <a:ext cx="5029200" cy="3635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15875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4876800" y="6548119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179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36018" y="2296203"/>
            <a:ext cx="829796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6600" b="1" i="0" dirty="0" smtClean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eadache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hedeɪk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778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1186" y="1844625"/>
            <a:ext cx="855157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6600" b="1" i="0" dirty="0" smtClean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eadache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hedeɪk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nhức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đau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771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56446"/>
            <a:ext cx="1210184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b="1" i="0" dirty="0" smtClean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spirin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æsprɪn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880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956446"/>
            <a:ext cx="1210184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b="1" i="0" dirty="0" smtClean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spirin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æsprɪn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Dược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089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81825" y="2046599"/>
            <a:ext cx="9813701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abinet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kæbɪnɪt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463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81825" y="2046599"/>
            <a:ext cx="9813701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abinet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kæbɪnɪt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Tủ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ngăn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kéo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569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9806" y="2009288"/>
            <a:ext cx="1124859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b="1" i="0" dirty="0" smtClean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ppointment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ə'pɔɪntmənt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075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9806" y="2009288"/>
            <a:ext cx="1124859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b="1" i="0" dirty="0" smtClean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ppointment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ə'pɔɪntmənt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hẹn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700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80311"/>
            <a:ext cx="1224085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tudy </a:t>
            </a:r>
            <a:r>
              <a:rPr lang="en-US" sz="6600" b="1" dirty="0" smtClean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hard</a:t>
            </a:r>
            <a:r>
              <a:rPr lang="en-US" sz="6600" b="1" baseline="30000" dirty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stʌdi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hɑ:d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hɑ:rd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776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980311"/>
            <a:ext cx="12029255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tudy </a:t>
            </a:r>
            <a:r>
              <a:rPr lang="en-US" sz="6600" b="1" dirty="0" smtClean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hard</a:t>
            </a:r>
            <a:r>
              <a:rPr lang="en-US" sz="6600" b="1" baseline="30000" dirty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stʌdi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hɑ:d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hɑ:rd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chăm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235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35174" y="2278419"/>
            <a:ext cx="739016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dirty="0" smtClean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entist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dentɪst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327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35174" y="2278419"/>
            <a:ext cx="7390165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dirty="0" smtClean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entist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dentɪst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Nha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sĩ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233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85235"/>
            <a:ext cx="12192001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600" b="1" i="0" dirty="0" smtClean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arber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bɑ:bə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bɑ:rbər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 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732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85235"/>
            <a:ext cx="1219200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600" b="1" i="0" dirty="0" smtClean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arber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bɑ:bə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bɑ:rbər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</a:p>
          <a:p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			(n):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thợ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cắt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tóc</a:t>
            </a:r>
            <a:endParaRPr lang="en-US" sz="6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			(v):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cạo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cắt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tóc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394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5253" y="2535997"/>
            <a:ext cx="1041900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6600" b="1" i="0" dirty="0" smtClean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ecommend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rekə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mend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54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5253" y="2535997"/>
            <a:ext cx="10419006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6600" b="1" i="0" dirty="0" smtClean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ecommend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rekə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mend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Khuyên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nghị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36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489396" y="0"/>
            <a:ext cx="10795033" cy="6858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b="1" dirty="0" smtClean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Glasses</a:t>
            </a:r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 </a:t>
            </a:r>
            <a:r>
              <a:rPr lang="vi-VN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/glɑ:s/ (n)</a:t>
            </a:r>
            <a:endParaRPr lang="vi-VN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223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489396" y="0"/>
            <a:ext cx="10795033" cy="6858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b="1" dirty="0" smtClean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Glasses</a:t>
            </a:r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 </a:t>
            </a:r>
            <a:r>
              <a:rPr lang="vi-VN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/glɑ:s/ (n)</a:t>
            </a:r>
            <a:endParaRPr lang="en-US" sz="6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Kính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đeo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mắt</a:t>
            </a:r>
            <a:endParaRPr lang="vi-VN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312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83317" y="1814779"/>
            <a:ext cx="982833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600" b="1" i="0" dirty="0" smtClean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andage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bændɪdʒ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 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037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0608" y="1814779"/>
            <a:ext cx="1161674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600" b="1" i="0" dirty="0" smtClean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andage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bændɪdʒ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</a:p>
          <a:p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		(n):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endParaRPr lang="en-US" sz="6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		(v):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quấn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quanh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252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28</Words>
  <Application>Microsoft Office PowerPoint</Application>
  <PresentationFormat>Widescreen</PresentationFormat>
  <Paragraphs>36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Welcome</cp:lastModifiedBy>
  <cp:revision>14</cp:revision>
  <dcterms:created xsi:type="dcterms:W3CDTF">2019-04-02T13:07:35Z</dcterms:created>
  <dcterms:modified xsi:type="dcterms:W3CDTF">2019-04-04T03:43:10Z</dcterms:modified>
</cp:coreProperties>
</file>