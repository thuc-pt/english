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961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74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59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85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4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5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8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4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5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2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8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2BABA-69D1-4678-9099-8ABBA4E51835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BB03F-C36C-4B1A-B50C-ADECCB5F8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949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1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8325" y="1967053"/>
            <a:ext cx="1074685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aseball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beɪsbɔ:l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bɒ:l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86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5082" y="1967053"/>
            <a:ext cx="1079333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aseball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beɪsbɔ:l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bɒ:l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chày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67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9325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/ski:/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35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9325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/ski:/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Trượt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tuyết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61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9327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tadium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steɪdiəm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92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9327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tadium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steɪdiəm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7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9405" y="1995082"/>
            <a:ext cx="553228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ull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fʊl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30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95206" y="1995082"/>
            <a:ext cx="532068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ull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fʊl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no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58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2751" y="1853416"/>
            <a:ext cx="846494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njure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ɪndʒə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97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1636" y="1853416"/>
            <a:ext cx="1006718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njure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ɪndʒə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12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8725" y="2110993"/>
            <a:ext cx="787106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hɜ:rt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58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31231" y="2110993"/>
            <a:ext cx="946605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hɜ:rt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3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1154" y="2110993"/>
            <a:ext cx="608051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Left leg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/left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8389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1154" y="2110993"/>
            <a:ext cx="608051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Left leg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/left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44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94324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asketball 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bɑ:skətbɔ:l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bæskətbɒ:l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19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94324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asketball 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bɑ:skətbɔ:l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bæskətbɒ:l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rổ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2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Welcome</cp:lastModifiedBy>
  <cp:revision>4</cp:revision>
  <dcterms:created xsi:type="dcterms:W3CDTF">2019-04-03T04:21:29Z</dcterms:created>
  <dcterms:modified xsi:type="dcterms:W3CDTF">2019-05-10T10:52:19Z</dcterms:modified>
</cp:coreProperties>
</file>