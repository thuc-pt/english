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117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5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601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28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28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89F2-FE7A-49E9-97E5-521ADD7DFCE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46A78-F7F4-4EFC-A9BC-0ADFB20CC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4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89F2-FE7A-49E9-97E5-521ADD7DFCE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46A78-F7F4-4EFC-A9BC-0ADFB20CC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7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89F2-FE7A-49E9-97E5-521ADD7DFCE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46A78-F7F4-4EFC-A9BC-0ADFB20CC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9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89F2-FE7A-49E9-97E5-521ADD7DFCE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46A78-F7F4-4EFC-A9BC-0ADFB20CC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95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89F2-FE7A-49E9-97E5-521ADD7DFCE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46A78-F7F4-4EFC-A9BC-0ADFB20CC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2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F89F2-FE7A-49E9-97E5-521ADD7DFCE4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46A78-F7F4-4EFC-A9BC-0ADFB20CC88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876800" y="6548057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921" y="2075955"/>
            <a:ext cx="1148025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bath</a:t>
            </a:r>
            <a:r>
              <a:rPr lang="en-US" sz="6600" b="1" baseline="30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teɪk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ə,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l-GR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l-G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</a:t>
            </a:r>
            <a:r>
              <a:rPr lang="el-G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θ/</a:t>
            </a:r>
            <a:r>
              <a:rPr lang="el-G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1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921" y="2075955"/>
            <a:ext cx="11364842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bath</a:t>
            </a:r>
            <a:r>
              <a:rPr lang="en-US" sz="6600" b="1" baseline="30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teɪk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ə,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l-GR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l-G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</a:t>
            </a:r>
            <a:r>
              <a:rPr lang="el-G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l-GR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Tắm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tắm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rửa</a:t>
            </a:r>
            <a:r>
              <a:rPr lang="el-G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9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652" y="1505118"/>
            <a:ext cx="746710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i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Wash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dishes</a:t>
            </a:r>
            <a:r>
              <a:rPr lang="en-US" sz="6600" b="1" baseline="30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wɒʃ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wɑ:ʃ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ðə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dɪʃɪz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36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652" y="1505118"/>
            <a:ext cx="7513595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i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Wash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dishes</a:t>
            </a:r>
            <a:r>
              <a:rPr lang="en-US" sz="6600" b="1" baseline="30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wɒʃ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wɑ:ʃ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ðə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dɪʃɪz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Rửa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chén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3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1971" y="1971221"/>
            <a:ext cx="1169401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ow the grass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ðə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ɡrɑ:s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386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1971" y="1971221"/>
            <a:ext cx="1169401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ow the grass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ðə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ɡrɑ:s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cỏ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8441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7843" y="1647354"/>
            <a:ext cx="1089913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aundry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lɔ:ndri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lɒ:n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9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6390" y="1647354"/>
            <a:ext cx="10742043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aundry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lɔ:ndri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lɒ:n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Quần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giặt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0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909" y="2208721"/>
            <a:ext cx="1207609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Washing machine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wɒʃɪŋ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mə'ʃi:n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33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909" y="2208721"/>
            <a:ext cx="1207609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Washing machine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wɒʃɪŋ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mə'ʃi:n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giặt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75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206" y="2182017"/>
            <a:ext cx="119233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roken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brəʊkən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87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206" y="2182017"/>
            <a:ext cx="119233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roken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brəʊkən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hỏng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3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30</Words>
  <Application>Microsoft Office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2019-04-02T14:51:31Z</dcterms:created>
  <dcterms:modified xsi:type="dcterms:W3CDTF">2019-04-02T16:09:49Z</dcterms:modified>
</cp:coreProperties>
</file>