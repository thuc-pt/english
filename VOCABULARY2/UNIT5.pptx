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3" r:id="rId16"/>
    <p:sldId id="274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876800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713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1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1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1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3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9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8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7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5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0B201-5EBC-44C1-8E2A-E4D3B84C7137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800F-61F5-4865-8A53-0E4CAEB52C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00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876800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72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3484" y="2072356"/>
            <a:ext cx="1093684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acation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və'keɪʃən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10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526" y="2072356"/>
            <a:ext cx="1067875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acation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və'keɪʃən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lễ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3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4811" y="1648869"/>
            <a:ext cx="694773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ffice building 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ɒfɪs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ɑ:-,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bɪldɪŋ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64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1799" y="1648869"/>
            <a:ext cx="7173760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ffice building 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ɒfɪs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ɑ:-,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bɪldɪŋ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19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6376" y="2041672"/>
            <a:ext cx="107476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orner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kɔ:nə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kɔ:rnər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60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6376" y="2041672"/>
            <a:ext cx="1074762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orner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kɔ:nə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kɔ:rnər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tường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phố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3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3777" y="2110992"/>
            <a:ext cx="778046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43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3777" y="2110992"/>
            <a:ext cx="778046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 </a:t>
            </a:r>
            <a:b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mướn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42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1886" y="1956447"/>
            <a:ext cx="735329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hɔ:l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hɒ:l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8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2164" y="1956447"/>
            <a:ext cx="7912744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hɔ:l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hɒ:l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b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ội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sảnh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96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7614" y="1859287"/>
            <a:ext cx="910537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offee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kɒfi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kɒ:fi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27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4101" y="1859287"/>
            <a:ext cx="901240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offee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kɒfi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kɒ:fi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97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83340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rocery store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ɡrəʊsəri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stɔ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99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83340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rocery store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ɡrəʊsəri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stɔ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b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ửa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hang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95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52661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262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52661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nhượng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557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3721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egetable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vedʒtəbəl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598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3721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egetable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vedʒtəbəl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Rau,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395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</Words>
  <Application>Microsoft Office PowerPoint</Application>
  <PresentationFormat>Widescreen</PresentationFormat>
  <Paragraphs>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2019-04-03T02:31:55Z</dcterms:created>
  <dcterms:modified xsi:type="dcterms:W3CDTF">2019-04-03T03:05:19Z</dcterms:modified>
</cp:coreProperties>
</file>