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2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09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190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43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5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3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0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2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5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2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65C14-9CFA-4AF0-AC22-43D937A33740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9305A-C2D9-4EA0-8018-D9ED8ACCD44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1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0082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isten to the radio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lɪsən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reɪdiəʊ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84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0082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isten to the radio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lɪsən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reɪdiəʊ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50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771595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oncert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kɒnsət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4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71595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oncert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kɒnsət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4324" y="1766294"/>
            <a:ext cx="915186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usician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91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1080" y="1766294"/>
            <a:ext cx="919835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usician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7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16851" y="2149629"/>
            <a:ext cx="616143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icket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tɪkɪt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47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16850" y="2149629"/>
            <a:ext cx="616143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icket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tɪkɪt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68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84931" y="2201146"/>
            <a:ext cx="696536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xcept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ɪk'sept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729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84930" y="2201146"/>
            <a:ext cx="696536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xcept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ɪk'sept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7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53415"/>
            <a:ext cx="1219199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pera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ɒpərə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'ɑ:-/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53415"/>
            <a:ext cx="121919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pera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ɒpərə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'ɑ:-/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ô-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031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2019-04-03T03:57:55Z</dcterms:created>
  <dcterms:modified xsi:type="dcterms:W3CDTF">2019-04-03T04:21:09Z</dcterms:modified>
</cp:coreProperties>
</file>