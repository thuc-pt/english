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277344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227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59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09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2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8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4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15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483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72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7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80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450A59-2B3E-4ED8-86EE-8D18E3E177FC}" type="datetimeFigureOut">
              <a:rPr lang="en-US" smtClean="0"/>
              <a:t>4/3/2019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6C4BF-4940-4632-9328-777DF02269A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4772893" y="6629400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by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Nguyễn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Hải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772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20652"/>
            <a:ext cx="12191999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 office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pəʊst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ɒfɪs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738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020652"/>
            <a:ext cx="1219199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Post office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pəʊst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ɒfɪs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Bưu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41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7305" y="2007205"/>
            <a:ext cx="61686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bɪzi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17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17305" y="2007205"/>
            <a:ext cx="6168676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usy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bɪzi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adj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Bận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bận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rộn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8675" y="1995083"/>
            <a:ext cx="576952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538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18675" y="1995083"/>
            <a:ext cx="5769528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Paint</a:t>
            </a:r>
            <a:r>
              <a:rPr lang="en-US" sz="6600" b="1" baseline="30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 (v)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tô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951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30685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Favorite color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feɪvərət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kʌlə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097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3068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Favorite color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feɪvərət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kʌlə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-</a:t>
            </a:r>
            <a:r>
              <a:rPr lang="en-US" sz="6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ər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Màu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sắc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ưa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798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1092" y="2054932"/>
            <a:ext cx="10453503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Paint brushes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brʌʃ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ɪz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182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688" y="2054932"/>
            <a:ext cx="10030310" cy="212365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Paint brushes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peɪnt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brʌʃ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ɪz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Cây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chổi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sơn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248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30687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rawing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drɔ:ɪŋ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drɒ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293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30687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rawing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/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drɔ:ɪŋ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$ 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drɒ</a:t>
            </a:r>
            <a:r>
              <a:rPr lang="en-US" sz="6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-/ (n)</a:t>
            </a:r>
          </a:p>
          <a:p>
            <a:pPr algn="ctr"/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tranh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bức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vẽ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18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89777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omputer program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kəm'pju:tə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prəʊɡræm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725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389777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omputer program</a:t>
            </a:r>
            <a:b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kəm'pju:tə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prəʊɡræm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ctr"/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Chương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6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572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64211"/>
            <a:ext cx="121920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Art exhibit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ɪɡ'zɪbɪt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119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664211"/>
            <a:ext cx="12192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i="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Art exhibit</a:t>
            </a:r>
            <a:r>
              <a:rPr lang="en-US" sz="6600" b="1" baseline="30000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ɑ:t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ɪɡ'zɪbɪt</a:t>
            </a:r>
            <a: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br>
              <a:rPr lang="en-US" sz="66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lãm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6600" b="1" i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6600" b="1" i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6600" b="1" i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83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51</Words>
  <Application>Microsoft Office PowerPoint</Application>
  <PresentationFormat>Widescreen</PresentationFormat>
  <Paragraphs>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5</cp:revision>
  <dcterms:created xsi:type="dcterms:W3CDTF">2019-04-03T03:29:34Z</dcterms:created>
  <dcterms:modified xsi:type="dcterms:W3CDTF">2019-04-03T12:43:59Z</dcterms:modified>
</cp:coreProperties>
</file>