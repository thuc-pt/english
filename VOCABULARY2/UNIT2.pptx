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09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5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46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1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0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1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7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9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8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1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1ECD9-0BD7-4FCA-8128-32EE89EFCE74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A29AE-4F6B-430E-95FD-C4474E3C8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60701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18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8154" y="1993757"/>
            <a:ext cx="729238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hæpi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33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3605" y="1993757"/>
            <a:ext cx="916148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hæpi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Hạnh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sung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sướng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64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6447" y="1496217"/>
            <a:ext cx="907880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ongratulation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kənˌɡrætʃə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8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889" y="1470459"/>
            <a:ext cx="1146042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ongratulation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kənˌɡrætʃə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chúc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3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4613" y="2149630"/>
            <a:ext cx="703891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Wake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up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6257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4613" y="2149630"/>
            <a:ext cx="703891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Wake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up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dậy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4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91" y="2123872"/>
            <a:ext cx="1056892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ogether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tə'ɡeðə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8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91" y="2123872"/>
            <a:ext cx="1056891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ogether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tə'ɡeðə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Đoàn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tụ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15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0311"/>
            <a:ext cx="122408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tudy </a:t>
            </a:r>
            <a:r>
              <a:rPr lang="en-US" sz="6600" b="1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sz="6600" b="1" baseline="30000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stʌdi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hɑ:rd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21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0311"/>
            <a:ext cx="1202925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tudy </a:t>
            </a:r>
            <a:r>
              <a:rPr lang="en-US" sz="6600" b="1" dirty="0" smtClean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en-US" sz="6600" b="1" baseline="30000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stʌdi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hɑ:d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hɑ:rd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chăm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66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3476" y="2149631"/>
            <a:ext cx="82702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High school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sku:l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4662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6684" y="2149631"/>
            <a:ext cx="826380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High school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sku:l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76183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30685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Favorite color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feɪvərət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kʌlə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3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3068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Favorite color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feɪvərət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kʌlə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921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806" y="1428413"/>
            <a:ext cx="940033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Extra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ekstrə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91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8572" y="1428413"/>
            <a:ext cx="1070726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Extra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ekstrə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8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029" y="1827659"/>
            <a:ext cx="92087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drɒ:r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75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029" y="1827659"/>
            <a:ext cx="920873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rawer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drɔ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drɒ:r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ngăn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kéo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47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1636" y="1995084"/>
            <a:ext cx="101264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xpensive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ɪk'spensɪv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90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1636" y="1995084"/>
            <a:ext cx="1012649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xpensive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ɪk'spensɪv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Đắt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đắt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8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45</Words>
  <Application>Microsoft Office PowerPoint</Application>
  <PresentationFormat>Widescreen</PresentationFormat>
  <Paragraphs>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2019-04-02T15:36:17Z</dcterms:created>
  <dcterms:modified xsi:type="dcterms:W3CDTF">2019-04-03T12:40:51Z</dcterms:modified>
</cp:coreProperties>
</file>