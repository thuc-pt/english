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876800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21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331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727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89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662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7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51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00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3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61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131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4F7A1-03BD-4FB9-B56E-B4B1F7270A1D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14C1A-F05D-4471-8921-CD498C60F23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876800" y="6538912"/>
            <a:ext cx="502920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476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72356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acation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və'keɪʃən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24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72356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acation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və'keɪʃən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veɪ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nghỉ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lễ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018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39781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errible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terəbəl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358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39781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errible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terəbəl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hủng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khiếp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thậm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tệ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7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4996" y="2175387"/>
            <a:ext cx="729719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easide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si:saɪd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5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1753" y="2175387"/>
            <a:ext cx="7343677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easide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si:saɪd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ờ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biển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11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39779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ountain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maʊntɪn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maʊntən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725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39779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ountain</a:t>
            </a:r>
            <a: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6600" b="1" i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maʊntɪn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maʊntən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b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úi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94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0310"/>
            <a:ext cx="12191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useum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ziəm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01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80310"/>
            <a:ext cx="1219199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useum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ziəm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mjʊ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tàng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73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78418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859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78418"/>
            <a:ext cx="12191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flaɪt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bay,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chuyến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bay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593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92053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wful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ɔ:fəl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'ɒ:-/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58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92053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wful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ɔ:fəl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'ɒ:-/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khủng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tồi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tệ</a:t>
            </a:r>
            <a:r>
              <a:rPr lang="en-US" sz="6600" b="1" i="0" dirty="0" smtClean="0">
                <a:solidFill>
                  <a:srgbClr val="3333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103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4613" y="2149630"/>
            <a:ext cx="703891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46768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4613" y="2149630"/>
            <a:ext cx="7038915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Wake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up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weɪk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ʌp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dậy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59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</Words>
  <Application>Microsoft Office PowerPoint</Application>
  <PresentationFormat>Widescreen</PresentationFormat>
  <Paragraphs>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4</cp:revision>
  <dcterms:created xsi:type="dcterms:W3CDTF">2019-04-03T03:05:29Z</dcterms:created>
  <dcterms:modified xsi:type="dcterms:W3CDTF">2019-04-03T03:28:42Z</dcterms:modified>
</cp:coreProperties>
</file>