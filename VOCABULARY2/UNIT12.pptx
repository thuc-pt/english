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60701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547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31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6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9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3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6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8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93D7-96E6-4B6B-AD4C-A8BCA09C94C8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FDA3E-A9D9-4FD3-A020-4762977518F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60701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37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8274" y="2157774"/>
            <a:ext cx="109295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ollect stamp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kə'lekt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stæmp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3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1518" y="2157774"/>
            <a:ext cx="1088310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ollect stamp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kə'lekt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stæmp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Sưu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tem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64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2141" y="2074441"/>
            <a:ext cx="905728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Art gallery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ɡæləri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56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7940" y="2074441"/>
            <a:ext cx="884569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Art gallery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ɡæləri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lãm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85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975" y="1980311"/>
            <a:ext cx="91117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obby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hɒbi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66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1219" y="1980311"/>
            <a:ext cx="906530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obby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hɒbi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30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7204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Watercolor</a:t>
            </a: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wɔ:təˌkʌlə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wɔ:tərˌkʌlər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60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7204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Watercolor</a:t>
            </a: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wɔ:təˌkʌlə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wɔ:tərˌkʌlər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àu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2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3776" y="1995083"/>
            <a:ext cx="47115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390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8913" y="1995083"/>
            <a:ext cx="606127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sợi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,…)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1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2019-04-03T12:22:18Z</dcterms:created>
  <dcterms:modified xsi:type="dcterms:W3CDTF">2019-04-03T12:46:17Z</dcterms:modified>
</cp:coreProperties>
</file>