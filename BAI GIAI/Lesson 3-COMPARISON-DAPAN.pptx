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2"/>
  </p:notesMasterIdLst>
  <p:sldIdLst>
    <p:sldId id="322" r:id="rId2"/>
    <p:sldId id="345" r:id="rId3"/>
    <p:sldId id="346" r:id="rId4"/>
    <p:sldId id="347" r:id="rId5"/>
    <p:sldId id="348" r:id="rId6"/>
    <p:sldId id="349" r:id="rId7"/>
    <p:sldId id="350" r:id="rId8"/>
    <p:sldId id="351" r:id="rId9"/>
    <p:sldId id="352" r:id="rId10"/>
    <p:sldId id="35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18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9E7C01-1340-4440-85A1-E7AB385DD9CC}" type="datetimeFigureOut">
              <a:rPr lang="en-US" smtClean="0"/>
              <a:t>11/12/2018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D971D8-F1FE-450E-B56B-22B120136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595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7E793-E5D6-4524-BC0F-EF8B708A4562}" type="datetime1">
              <a:rPr lang="en-US" smtClean="0"/>
              <a:t>11/12/2018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AAAFC-25E1-472B-9D68-EED3A4039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0350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C5114-669F-4141-8DEB-E1520FB40746}" type="datetime1">
              <a:rPr lang="en-US" smtClean="0"/>
              <a:t>11/12/2018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AAAFC-25E1-472B-9D68-EED3A4039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73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291E-A88D-4B5A-94D1-386AC16735A3}" type="datetime1">
              <a:rPr lang="en-US" smtClean="0"/>
              <a:t>11/12/2018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AAAFC-25E1-472B-9D68-EED3A4039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0138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5376-16C0-46EB-AD3C-6AD1C00947BE}" type="datetime1">
              <a:rPr lang="en-US" smtClean="0"/>
              <a:t>11/12/2018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AAAFC-25E1-472B-9D68-EED3A4039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20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EA8B6-521F-4425-ABBF-27A80953FF01}" type="datetime1">
              <a:rPr lang="en-US" smtClean="0"/>
              <a:t>11/12/2018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AAAFC-25E1-472B-9D68-EED3A4039CB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219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1D119-BA59-49D8-A7F2-DD92DE1FB580}" type="datetime1">
              <a:rPr lang="en-US" smtClean="0"/>
              <a:t>11/12/2018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AAAFC-25E1-472B-9D68-EED3A4039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38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9D793-E77D-4DDF-B3F4-9B39497ADB01}" type="datetime1">
              <a:rPr lang="en-US" smtClean="0"/>
              <a:t>11/12/2018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AAAFC-25E1-472B-9D68-EED3A4039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130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1D66-D160-4767-9259-3879DBB01E4D}" type="datetime1">
              <a:rPr lang="en-US" smtClean="0"/>
              <a:t>11/12/2018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AAAFC-25E1-472B-9D68-EED3A4039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26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D1AE4FF5-44A4-4021-88E9-F1E44631B656}" type="datetime1">
              <a:rPr lang="en-US" smtClean="0"/>
              <a:t>11/12/2018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AAAFC-25E1-472B-9D68-EED3A4039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801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628F-6603-47EB-BB01-F36CE065F822}" type="datetime1">
              <a:rPr lang="en-US" smtClean="0"/>
              <a:t>11/12/2018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AAAFC-25E1-472B-9D68-EED3A4039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880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1EB7-B635-400C-976B-E769904FB403}" type="datetime1">
              <a:rPr lang="en-US" smtClean="0"/>
              <a:t>11/12/2018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AAAFC-25E1-472B-9D68-EED3A4039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706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ADE7554-A0A5-4040-8148-C0F0E4374959}" type="datetime1">
              <a:rPr lang="en-US" smtClean="0"/>
              <a:t>11/12/2018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39CAAAFC-25E1-472B-9D68-EED3A4039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171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sldNum="0"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I/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1.best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2.happiest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3.faster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4.creamiest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5.more colorful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6.better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953004" y="6564598"/>
            <a:ext cx="4114800" cy="365125"/>
          </a:xfrm>
        </p:spPr>
        <p:txBody>
          <a:bodyPr/>
          <a:lstStyle/>
          <a:p>
            <a:r>
              <a:rPr lang="en-US" sz="1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Nguyễn Đăng Hải</a:t>
            </a:r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553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7.good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8.more awkwardly</a:t>
            </a:r>
          </a:p>
          <a:p>
            <a:pPr algn="l"/>
            <a:r>
              <a:rPr lang="en-US" sz="6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9.less</a:t>
            </a:r>
            <a:endParaRPr lang="en-US" sz="6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10.prettier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11.the better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12.the sicker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953004" y="6564598"/>
            <a:ext cx="4114800" cy="365125"/>
          </a:xfrm>
        </p:spPr>
        <p:txBody>
          <a:bodyPr/>
          <a:lstStyle/>
          <a:p>
            <a:r>
              <a:rPr lang="en-US" sz="1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Nguyễn Đăng Hải</a:t>
            </a:r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818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13.few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14.much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15.furthest</a:t>
            </a:r>
          </a:p>
          <a:p>
            <a:pPr algn="l"/>
            <a:endParaRPr lang="en-US" sz="6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953004" y="6564598"/>
            <a:ext cx="4114800" cy="365125"/>
          </a:xfrm>
        </p:spPr>
        <p:txBody>
          <a:bodyPr/>
          <a:lstStyle/>
          <a:p>
            <a:r>
              <a:rPr lang="en-US" sz="1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Nguyễn Đăng Hải</a:t>
            </a:r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163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II/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1.as pretty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2.more expensive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3.more important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4.best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5.happier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6.most international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953004" y="6564598"/>
            <a:ext cx="4114800" cy="365125"/>
          </a:xfrm>
        </p:spPr>
        <p:txBody>
          <a:bodyPr/>
          <a:lstStyle/>
          <a:p>
            <a:r>
              <a:rPr lang="en-US" sz="1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Nguyễn Đăng Hải</a:t>
            </a:r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1742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7.stronger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8.more comfortable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9.better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10.most delightful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11.most careful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12.worse</a:t>
            </a:r>
          </a:p>
          <a:p>
            <a:pPr algn="l"/>
            <a:endParaRPr lang="en-US" sz="6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953004" y="6564598"/>
            <a:ext cx="4114800" cy="365125"/>
          </a:xfrm>
        </p:spPr>
        <p:txBody>
          <a:bodyPr/>
          <a:lstStyle/>
          <a:p>
            <a:r>
              <a:rPr lang="en-US" sz="1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Nguyễn Đăng Hải</a:t>
            </a:r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702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13.better…better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14.lazier…lazier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15.more fluently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16.worse-prepared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17.cheaper…cheaper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18.more hard-working</a:t>
            </a:r>
          </a:p>
          <a:p>
            <a:pPr algn="l"/>
            <a:endParaRPr lang="en-US" sz="6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953004" y="6564598"/>
            <a:ext cx="4114800" cy="365125"/>
          </a:xfrm>
        </p:spPr>
        <p:txBody>
          <a:bodyPr/>
          <a:lstStyle/>
          <a:p>
            <a:r>
              <a:rPr lang="en-US" sz="1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Nguyễn Đăng Hải</a:t>
            </a:r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934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19.more interesting</a:t>
            </a:r>
          </a:p>
          <a:p>
            <a:pPr algn="l"/>
            <a:r>
              <a:rPr lang="en-US" sz="65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20.worst-bred</a:t>
            </a:r>
            <a:endParaRPr lang="en-US" sz="6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6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953004" y="6564598"/>
            <a:ext cx="4114800" cy="365125"/>
          </a:xfrm>
        </p:spPr>
        <p:txBody>
          <a:bodyPr/>
          <a:lstStyle/>
          <a:p>
            <a:r>
              <a:rPr lang="en-US" sz="1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Nguyễn Đăng Hải</a:t>
            </a:r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476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1.harder and harder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2.bigger and bigger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3.more and more nervous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4.worse and worse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5.more and more talkative					</a:t>
            </a: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953004" y="6564598"/>
            <a:ext cx="4114800" cy="365125"/>
          </a:xfrm>
        </p:spPr>
        <p:txBody>
          <a:bodyPr/>
          <a:lstStyle/>
          <a:p>
            <a:r>
              <a:rPr lang="en-US" sz="1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Nguyễn Đăng Hải</a:t>
            </a:r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642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65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IV/</a:t>
            </a:r>
            <a:endParaRPr lang="en-US" sz="6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1.than me/I am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2.than him/ he does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3.surprised than us/we were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4.player than her/she is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5.as lucky as them/they have been				</a:t>
            </a: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953004" y="6564598"/>
            <a:ext cx="4114800" cy="365125"/>
          </a:xfrm>
        </p:spPr>
        <p:txBody>
          <a:bodyPr/>
          <a:lstStyle/>
          <a:p>
            <a:r>
              <a:rPr lang="en-US" sz="1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Nguyễn Đăng Hải</a:t>
            </a:r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915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VII/</a:t>
            </a:r>
          </a:p>
          <a:p>
            <a:pPr algn="l"/>
            <a:r>
              <a:rPr lang="en-US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953004" y="6564598"/>
            <a:ext cx="4114800" cy="365125"/>
          </a:xfrm>
        </p:spPr>
        <p:txBody>
          <a:bodyPr/>
          <a:lstStyle/>
          <a:p>
            <a:r>
              <a:rPr lang="en-US" sz="1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Nguyễn Đăng Hải</a:t>
            </a:r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1074"/>
            <a:ext cx="12192000" cy="505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520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arcel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889</TotalTime>
  <Words>148</Words>
  <Application>Microsoft Office PowerPoint</Application>
  <PresentationFormat>Widescreen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Gill Sans MT</vt:lpstr>
      <vt:lpstr>Times New Roman</vt:lpstr>
      <vt:lpstr>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 THUAN</dc:creator>
  <cp:lastModifiedBy>Welcome</cp:lastModifiedBy>
  <cp:revision>27</cp:revision>
  <dcterms:created xsi:type="dcterms:W3CDTF">2016-07-31T11:12:15Z</dcterms:created>
  <dcterms:modified xsi:type="dcterms:W3CDTF">2018-11-12T12:06:53Z</dcterms:modified>
</cp:coreProperties>
</file>