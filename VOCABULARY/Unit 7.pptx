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4"/>
  </p:notesMasterIdLst>
  <p:sldIdLst>
    <p:sldId id="280" r:id="rId2"/>
    <p:sldId id="286" r:id="rId3"/>
    <p:sldId id="281" r:id="rId4"/>
    <p:sldId id="287" r:id="rId5"/>
    <p:sldId id="282" r:id="rId6"/>
    <p:sldId id="288" r:id="rId7"/>
    <p:sldId id="283" r:id="rId8"/>
    <p:sldId id="289" r:id="rId9"/>
    <p:sldId id="285" r:id="rId10"/>
    <p:sldId id="290" r:id="rId11"/>
    <p:sldId id="284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Clay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/klei/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Clay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/klei/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Đất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sét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7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Musical instrument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vi-VN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'mju:zikl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'instrʊmənt/ 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Musical instrument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vi-VN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'mju:zikl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'instrʊmənt/ 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nhạc cụ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4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Mirror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/'mirə[r]/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Mirror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/'mirə[r]/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gương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5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Field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/fi:ld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Field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/fi:ld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Cánh đồng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71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Forest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/'fɒrist/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Forest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/'fɒrist/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rừng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8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Statue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/'stæt∫u:/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Statue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/'stæt∫u:/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bức tượng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72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6482</TotalTime>
  <Words>115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204</cp:revision>
  <dcterms:created xsi:type="dcterms:W3CDTF">2016-09-10T02:24:35Z</dcterms:created>
  <dcterms:modified xsi:type="dcterms:W3CDTF">2017-12-24T15:41:31Z</dcterms:modified>
</cp:coreProperties>
</file>