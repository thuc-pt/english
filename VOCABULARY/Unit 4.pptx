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8"/>
  </p:notesMasterIdLst>
  <p:sldIdLst>
    <p:sldId id="280" r:id="rId2"/>
    <p:sldId id="288" r:id="rId3"/>
    <p:sldId id="281" r:id="rId4"/>
    <p:sldId id="289" r:id="rId5"/>
    <p:sldId id="282" r:id="rId6"/>
    <p:sldId id="290" r:id="rId7"/>
    <p:sldId id="283" r:id="rId8"/>
    <p:sldId id="291" r:id="rId9"/>
    <p:sldId id="284" r:id="rId10"/>
    <p:sldId id="292" r:id="rId11"/>
    <p:sldId id="285" r:id="rId12"/>
    <p:sldId id="293" r:id="rId13"/>
    <p:sldId id="286" r:id="rId14"/>
    <p:sldId id="294" r:id="rId15"/>
    <p:sldId id="287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5" autoAdjust="0"/>
    <p:restoredTop sz="94660"/>
  </p:normalViewPr>
  <p:slideViewPr>
    <p:cSldViewPr snapToGrid="0">
      <p:cViewPr>
        <p:scale>
          <a:sx n="76" d="100"/>
          <a:sy n="76" d="100"/>
        </p:scale>
        <p:origin x="-1086" y="-3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Actress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/'æktris/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Actress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/'æktris/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nữ diễn viên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2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Costume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/'kɒstju:m/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Costume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/'kɒstju:m/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Trang phục, quần áo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77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Waiting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'weitiɳ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lain/ 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Waiting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'weitiɳ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lain/ 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xếp hàng chờ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07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Headphone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/'hedfoun/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Headphone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/'hedfoun/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Tai nghe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99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Stage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/steidʒ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Stage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/steidʒ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sân khấu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01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Audience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/'ɔ:diəns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Audience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/'ɔ:diəns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Khán giả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30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Making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sign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'meikiŋ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sain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</a:p>
          <a:p>
            <a:pPr algn="ctr"/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Making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sign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'meikiŋ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sain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</a:p>
          <a:p>
            <a:pPr algn="ctr"/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làm một dấu hiệu (biển báo)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70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Laugh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/lɑ:f/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Laugh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/lɑ:f/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cười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6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6505</TotalTime>
  <Words>174</Words>
  <Application>Microsoft Office PowerPoint</Application>
  <PresentationFormat>Custom</PresentationFormat>
  <Paragraphs>74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198</cp:revision>
  <dcterms:created xsi:type="dcterms:W3CDTF">2016-09-10T02:24:35Z</dcterms:created>
  <dcterms:modified xsi:type="dcterms:W3CDTF">2017-12-24T15:52:52Z</dcterms:modified>
</cp:coreProperties>
</file>