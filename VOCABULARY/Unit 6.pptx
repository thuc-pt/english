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9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4" autoAdjust="0"/>
    <p:restoredTop sz="94660"/>
  </p:normalViewPr>
  <p:slideViewPr>
    <p:cSldViewPr snapToGrid="0">
      <p:cViewPr varScale="1">
        <p:scale>
          <a:sx n="88" d="100"/>
          <a:sy n="88" d="100"/>
        </p:scale>
        <p:origin x="-744" y="-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12/24/2017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Get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 </a:t>
            </a:r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Leo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lên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(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xe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bus)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Get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off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Leo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xuống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(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bus)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00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Stuck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traffic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stʌk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'træfik/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kẹt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xe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69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Balcony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/'bælkəni/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Ban công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4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Guest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/gest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Khách trọ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3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Luggage</a:t>
            </a:r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/'lʌgidʒ</a:t>
            </a:r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Hành lý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83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Tourist</a:t>
            </a:r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/'tʊərist</a:t>
            </a:r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Khách du lịch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810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6459</TotalTime>
  <Words>98</Words>
  <Application>Microsoft Office PowerPoint</Application>
  <PresentationFormat>Custom</PresentationFormat>
  <Paragraphs>35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AutoBVT</cp:lastModifiedBy>
  <cp:revision>207</cp:revision>
  <dcterms:created xsi:type="dcterms:W3CDTF">2016-09-10T02:24:35Z</dcterms:created>
  <dcterms:modified xsi:type="dcterms:W3CDTF">2017-12-24T15:44:25Z</dcterms:modified>
</cp:coreProperties>
</file>