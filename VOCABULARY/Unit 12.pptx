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5" r:id="rId3"/>
    <p:sldId id="281" r:id="rId4"/>
    <p:sldId id="286" r:id="rId5"/>
    <p:sldId id="282" r:id="rId6"/>
    <p:sldId id="287" r:id="rId7"/>
    <p:sldId id="283" r:id="rId8"/>
    <p:sldId id="288" r:id="rId9"/>
    <p:sldId id="284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>
        <p:scale>
          <a:sx n="76" d="100"/>
          <a:sy n="76" d="100"/>
        </p:scale>
        <p:origin x="-1086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Take a nap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/næp/ </a:t>
            </a:r>
            <a:endParaRPr lang="vi-VN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Take a nap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/næp/ </a:t>
            </a:r>
            <a:endParaRPr lang="vi-VN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ngủ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26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Snack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/snæk/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Snack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/snæk/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Món ăn nhẹ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9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Neighbor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/'neibə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Neighbor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/'neibə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Hàng xóm, láng giềng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75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Boat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/bəʊt/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Boat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/bəʊt/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thuyền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64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Asleep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/ə'sli:p/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(adj)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Asleep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/ə'sli:p/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(adj)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Đang ngủ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43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6476</TotalTime>
  <Words>106</Words>
  <Application>Microsoft Office PowerPoint</Application>
  <PresentationFormat>Custom</PresentationFormat>
  <Paragraphs>45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203</cp:revision>
  <dcterms:created xsi:type="dcterms:W3CDTF">2016-09-10T02:24:35Z</dcterms:created>
  <dcterms:modified xsi:type="dcterms:W3CDTF">2017-12-24T15:05:17Z</dcterms:modified>
</cp:coreProperties>
</file>