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2"/>
  </p:notesMasterIdLst>
  <p:sldIdLst>
    <p:sldId id="280" r:id="rId2"/>
    <p:sldId id="290" r:id="rId3"/>
    <p:sldId id="281" r:id="rId4"/>
    <p:sldId id="291" r:id="rId5"/>
    <p:sldId id="282" r:id="rId6"/>
    <p:sldId id="292" r:id="rId7"/>
    <p:sldId id="283" r:id="rId8"/>
    <p:sldId id="293" r:id="rId9"/>
    <p:sldId id="284" r:id="rId10"/>
    <p:sldId id="294" r:id="rId11"/>
    <p:sldId id="285" r:id="rId12"/>
    <p:sldId id="295" r:id="rId13"/>
    <p:sldId id="286" r:id="rId14"/>
    <p:sldId id="296" r:id="rId15"/>
    <p:sldId id="287" r:id="rId16"/>
    <p:sldId id="297" r:id="rId17"/>
    <p:sldId id="288" r:id="rId18"/>
    <p:sldId id="298" r:id="rId19"/>
    <p:sldId id="289" r:id="rId20"/>
    <p:sldId id="29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4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68" y="6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6/15/2018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6/15/2018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6/15/2018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6/15/2018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6/15/2018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6/15/2018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6/15/2018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6/15/2018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6/15/2018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Toy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/tɔi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</a:t>
            </a:r>
            <a:r>
              <a:rPr lang="vi-VN" sz="66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Toy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/tɔi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đồ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chơi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2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Bowl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/bəʊl/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Bowl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/bəʊl/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Bát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ăn cơm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76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Plate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/pleit/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Plate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/pleit/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Đĩa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đựng thức ăn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89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Broken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/'brəʊkən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(v)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Broken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/'brəʊkən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(v)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hỏng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, vỡ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97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Dishwasher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/'diʃ,wɔʃə/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Dishwasher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/'diʃ,wɔʃə/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Máy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rửa bát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80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Dish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/di∫/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Dish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/di∫/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đĩa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37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Refrigerator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/ri'fridʒəreitə[r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]/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Refrigerator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/ri'fridʒəreitə[r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]/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tủ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lạnh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03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Fix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/fiks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(v)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Fix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/fiks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(v)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khắc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phục, sữa chữa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97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Curtain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/'kɜ:tn/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8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Curtain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/'kɜ:tn/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Màn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che, màn cửa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76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Furniture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/'fɜ:nit∫ə[r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]/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8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Furniture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/'fɜ:nit∫ə[r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]/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đồ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nội thất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16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6436</TotalTime>
  <Words>211</Words>
  <Application>Microsoft Office PowerPoint</Application>
  <PresentationFormat>Widescreen</PresentationFormat>
  <Paragraphs>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202</cp:revision>
  <dcterms:created xsi:type="dcterms:W3CDTF">2016-09-10T02:24:35Z</dcterms:created>
  <dcterms:modified xsi:type="dcterms:W3CDTF">2018-06-15T02:23:55Z</dcterms:modified>
</cp:coreProperties>
</file>