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6"/>
  </p:notesMasterIdLst>
  <p:sldIdLst>
    <p:sldId id="280" r:id="rId2"/>
    <p:sldId id="287" r:id="rId3"/>
    <p:sldId id="281" r:id="rId4"/>
    <p:sldId id="288" r:id="rId5"/>
    <p:sldId id="282" r:id="rId6"/>
    <p:sldId id="289" r:id="rId7"/>
    <p:sldId id="283" r:id="rId8"/>
    <p:sldId id="290" r:id="rId9"/>
    <p:sldId id="284" r:id="rId10"/>
    <p:sldId id="291" r:id="rId11"/>
    <p:sldId id="285" r:id="rId12"/>
    <p:sldId id="292" r:id="rId13"/>
    <p:sldId id="286" r:id="rId14"/>
    <p:sldId id="29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4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68" y="6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6/15/2018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6/15/2018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6/15/2018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6/15/2018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6/15/2018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6/15/2018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6/15/2018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6/15/2018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Sleepy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/'sli:pi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</a:t>
            </a:r>
            <a:r>
              <a:rPr lang="vi-VN" sz="66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adj)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Sleepy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/'sli:pi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(adj)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Buồn ngủ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36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Angry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/'æ</a:t>
            </a:r>
            <a:r>
              <a:rPr lang="el-G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η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gri/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(adj)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Angry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/'æ</a:t>
            </a:r>
            <a:r>
              <a:rPr lang="el-G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η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gri/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(adj)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Giận dữ, tức giận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28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Tell 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joke</a:t>
            </a:r>
            <a:r>
              <a:rPr lang="vi-VN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tel dʒəʊk/</a:t>
            </a: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Tell 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joke</a:t>
            </a:r>
            <a:r>
              <a:rPr lang="vi-VN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tel dʒəʊk/</a:t>
            </a: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Nói đùa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Library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/'laibrəri/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Library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/'laibrəri/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Thư viện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54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Passing notes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'pɑ:siŋ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nəʊt/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Passing notes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'pɑ:siŋ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nəʊt/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Ghi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chú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97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Holding hands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/'həʊldi</a:t>
            </a:r>
            <a:r>
              <a:rPr lang="el-G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η</a:t>
            </a: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hænd/</a:t>
            </a: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Holding hands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/'həʊldi</a:t>
            </a:r>
            <a:r>
              <a:rPr lang="el-G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η</a:t>
            </a: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hænd/</a:t>
            </a: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Nắm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tay</a:t>
            </a:r>
            <a:endParaRPr lang="el-GR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747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Entrance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/'entrəns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(n)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Entrance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/'entrəns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(n)</a:t>
            </a: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cửa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vào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,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lối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vào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28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6476</TotalTime>
  <Words>173</Words>
  <Application>Microsoft Office PowerPoint</Application>
  <PresentationFormat>Widescreen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Welcome</cp:lastModifiedBy>
  <cp:revision>203</cp:revision>
  <dcterms:created xsi:type="dcterms:W3CDTF">2016-09-10T02:24:35Z</dcterms:created>
  <dcterms:modified xsi:type="dcterms:W3CDTF">2018-06-15T02:24:08Z</dcterms:modified>
</cp:coreProperties>
</file>