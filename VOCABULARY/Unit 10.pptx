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0"/>
  </p:notesMasterIdLst>
  <p:sldIdLst>
    <p:sldId id="280" r:id="rId2"/>
    <p:sldId id="284" r:id="rId3"/>
    <p:sldId id="281" r:id="rId4"/>
    <p:sldId id="285" r:id="rId5"/>
    <p:sldId id="282" r:id="rId6"/>
    <p:sldId id="286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Plate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/pleit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Plate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/pleit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Đĩa đựng thức ăn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09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Spoon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/spu:n/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Spoon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/spu:n/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thìa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Sink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/siŋk/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Sink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/siŋk/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bồn rửa bát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8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Fork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/fɔ:k/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Fork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/fɔ:k/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Cái nĩa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95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6423</TotalTime>
  <Words>83</Words>
  <Application>Microsoft Office PowerPoint</Application>
  <PresentationFormat>Custom</PresentationFormat>
  <Paragraphs>36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201</cp:revision>
  <dcterms:created xsi:type="dcterms:W3CDTF">2016-09-10T02:24:35Z</dcterms:created>
  <dcterms:modified xsi:type="dcterms:W3CDTF">2017-12-24T15:12:05Z</dcterms:modified>
</cp:coreProperties>
</file>