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8"/>
  </p:notesMasterIdLst>
  <p:sldIdLst>
    <p:sldId id="281" r:id="rId2"/>
    <p:sldId id="289" r:id="rId3"/>
    <p:sldId id="282" r:id="rId4"/>
    <p:sldId id="296" r:id="rId5"/>
    <p:sldId id="280" r:id="rId6"/>
    <p:sldId id="295" r:id="rId7"/>
    <p:sldId id="283" r:id="rId8"/>
    <p:sldId id="294" r:id="rId9"/>
    <p:sldId id="284" r:id="rId10"/>
    <p:sldId id="293" r:id="rId11"/>
    <p:sldId id="285" r:id="rId12"/>
    <p:sldId id="292" r:id="rId13"/>
    <p:sldId id="287" r:id="rId14"/>
    <p:sldId id="291" r:id="rId15"/>
    <p:sldId id="288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642" y="-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Gauge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/geidʒ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0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Gauge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/geidʒ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Máy đo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82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Tank 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/tæŋk/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9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Tank 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/tæŋk/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thùng, bể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77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Square-shaped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/skweə[r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 ʃeipt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  </a:t>
            </a: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Square-shaped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/skweə[r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 ʃeipt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  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Hình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vuông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7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Sign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/sain/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Sign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/sain/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biển hiệu, biển báo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98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Touch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/tʌt∫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Touch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/tʌt∫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Liên lạc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1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Astronaut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/'æstrənɔ:t/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3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Astronaut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/'æstrənɔ:t/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Nhà hàng không vũ trụ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9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Land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/lænd/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 OPP 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take off</a:t>
            </a:r>
            <a:endParaRPr lang="vi-VN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5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Land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/lænd/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 OPP 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take off</a:t>
            </a:r>
            <a:endParaRPr lang="vi-VN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hạ cánh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09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Microscope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/'maikrəskəʊp/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vi-VN" sz="6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6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7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Microscope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/'maikrəskəʊp/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Kín hiển vi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2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6471</TotalTime>
  <Words>170</Words>
  <Application>Microsoft Office PowerPoint</Application>
  <PresentationFormat>Custom</PresentationFormat>
  <Paragraphs>76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207</cp:revision>
  <dcterms:created xsi:type="dcterms:W3CDTF">2016-09-10T02:24:35Z</dcterms:created>
  <dcterms:modified xsi:type="dcterms:W3CDTF">2017-12-24T15:10:29Z</dcterms:modified>
</cp:coreProperties>
</file>