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0"/>
  </p:notesMasterIdLst>
  <p:sldIdLst>
    <p:sldId id="279" r:id="rId2"/>
    <p:sldId id="288" r:id="rId3"/>
    <p:sldId id="280" r:id="rId4"/>
    <p:sldId id="289" r:id="rId5"/>
    <p:sldId id="281" r:id="rId6"/>
    <p:sldId id="290" r:id="rId7"/>
    <p:sldId id="282" r:id="rId8"/>
    <p:sldId id="291" r:id="rId9"/>
    <p:sldId id="283" r:id="rId10"/>
    <p:sldId id="292" r:id="rId11"/>
    <p:sldId id="284" r:id="rId12"/>
    <p:sldId id="293" r:id="rId13"/>
    <p:sldId id="285" r:id="rId14"/>
    <p:sldId id="294" r:id="rId15"/>
    <p:sldId id="286" r:id="rId16"/>
    <p:sldId id="295" r:id="rId17"/>
    <p:sldId id="287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Rock climbing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/'rɒkklaimbi</a:t>
            </a:r>
            <a:r>
              <a:rPr lang="el-G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l-GR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endParaRPr lang="el-GR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8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Rock climbing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/'rɒkklaimbi</a:t>
            </a:r>
            <a:r>
              <a:rPr lang="el-G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η/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Leo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núi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41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Weight-lifting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/'weitliftiŋ/ 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Weight-lifting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/'weitliftiŋ/  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Nâng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tạ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70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Ice-skates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'aisskeit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Ice-skates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'aisskeit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Giày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trượt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băng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0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Putting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 </a:t>
            </a:r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Putting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 </a:t>
            </a:r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Đeo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vào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13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Taking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off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/'teikiɳɔ:f/ 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Taking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off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/'teikiɳɔ:f/  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cởi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22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Running shoes</a:t>
            </a:r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Running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shoes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Giày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chạy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bộ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5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Sock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/sɒk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Sock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/sɒk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tất ngắn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05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Surfer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/'sɜ:fə[r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Surfer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/'sɜ:fə[r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]/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vận động viên lướt sóng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61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Falling down</a:t>
            </a:r>
          </a:p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0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Falling down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ngã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,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rơi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6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6537</TotalTime>
  <Words>192</Words>
  <Application>Microsoft Office PowerPoint</Application>
  <PresentationFormat>Custom</PresentationFormat>
  <Paragraphs>82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200</cp:revision>
  <dcterms:created xsi:type="dcterms:W3CDTF">2016-09-10T02:24:35Z</dcterms:created>
  <dcterms:modified xsi:type="dcterms:W3CDTF">2017-12-24T15:19:23Z</dcterms:modified>
</cp:coreProperties>
</file>