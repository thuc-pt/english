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4"/>
  </p:notesMasterIdLst>
  <p:sldIdLst>
    <p:sldId id="280" r:id="rId2"/>
    <p:sldId id="291" r:id="rId3"/>
    <p:sldId id="281" r:id="rId4"/>
    <p:sldId id="292" r:id="rId5"/>
    <p:sldId id="282" r:id="rId6"/>
    <p:sldId id="293" r:id="rId7"/>
    <p:sldId id="283" r:id="rId8"/>
    <p:sldId id="294" r:id="rId9"/>
    <p:sldId id="284" r:id="rId10"/>
    <p:sldId id="295" r:id="rId11"/>
    <p:sldId id="285" r:id="rId12"/>
    <p:sldId id="296" r:id="rId13"/>
    <p:sldId id="286" r:id="rId14"/>
    <p:sldId id="297" r:id="rId15"/>
    <p:sldId id="287" r:id="rId16"/>
    <p:sldId id="298" r:id="rId17"/>
    <p:sldId id="288" r:id="rId18"/>
    <p:sldId id="299" r:id="rId19"/>
    <p:sldId id="289" r:id="rId20"/>
    <p:sldId id="300" r:id="rId21"/>
    <p:sldId id="290" r:id="rId22"/>
    <p:sldId id="30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>
        <p:scale>
          <a:sx n="76" d="100"/>
          <a:sy n="76" d="100"/>
        </p:scale>
        <p:origin x="-1086" y="-3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Backpack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/'bækpæk/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Backpack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/'bækpæk/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Ba lô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78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Carry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/'kæri/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Carry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/'kæri/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mang, khuân, vác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83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Suitcase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/'su:tkeis/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Suitcase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/'su:tkeis/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va li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60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Briefcase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/'bri:fkeis/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Briefcase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/'bri:fkeis/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cặp đựng tài liệu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46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Presentation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/'prezntəi∫n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Presentation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/'prezntəi∫n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buổi thuyết trình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1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Serve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/sɜ:v/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Serve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/sɜ:v/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phục vụ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37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Sport stadium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/spɔ:t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'steidiəm/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Sport stadium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/spɔ:t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'steidiəm/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Sân vận động thể thao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92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Farm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/fɑ:m/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Farm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/fɑ:m/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Nông trại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7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Exercise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/'eksəsaiz/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Exercise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/'eksəsaiz/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tập thể dục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60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Firefighter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/ˈfajɚˌfaɪtɚ/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8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Firefighter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/ˈfajɚˌfaɪtɚ/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Lính cứu hỏa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41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Police officer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pə'li:s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/'ɒfisə[r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]/</a:t>
            </a:r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9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Police officer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pə'li:s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/'ɒfisə[r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]/</a:t>
            </a:r>
            <a:endParaRPr lang="en-US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cảnh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sát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viên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2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6427</TotalTime>
  <Words>218</Words>
  <Application>Microsoft Office PowerPoint</Application>
  <PresentationFormat>Custom</PresentationFormat>
  <Paragraphs>100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200</cp:revision>
  <dcterms:created xsi:type="dcterms:W3CDTF">2016-09-10T02:24:35Z</dcterms:created>
  <dcterms:modified xsi:type="dcterms:W3CDTF">2017-12-24T15:49:34Z</dcterms:modified>
</cp:coreProperties>
</file>