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22"/>
  </p:notesMasterIdLst>
  <p:sldIdLst>
    <p:sldId id="280" r:id="rId2"/>
    <p:sldId id="290" r:id="rId3"/>
    <p:sldId id="281" r:id="rId4"/>
    <p:sldId id="291" r:id="rId5"/>
    <p:sldId id="282" r:id="rId6"/>
    <p:sldId id="292" r:id="rId7"/>
    <p:sldId id="283" r:id="rId8"/>
    <p:sldId id="293" r:id="rId9"/>
    <p:sldId id="284" r:id="rId10"/>
    <p:sldId id="294" r:id="rId11"/>
    <p:sldId id="285" r:id="rId12"/>
    <p:sldId id="295" r:id="rId13"/>
    <p:sldId id="286" r:id="rId14"/>
    <p:sldId id="296" r:id="rId15"/>
    <p:sldId id="287" r:id="rId16"/>
    <p:sldId id="297" r:id="rId17"/>
    <p:sldId id="288" r:id="rId18"/>
    <p:sldId id="298" r:id="rId19"/>
    <p:sldId id="289" r:id="rId20"/>
    <p:sldId id="29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>
        <p:scale>
          <a:sx n="76" d="100"/>
          <a:sy n="76" d="100"/>
        </p:scale>
        <p:origin x="-1086" y="-3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12/24/2017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Record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/'rekɔ:d/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Record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/'rekɔ:d/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Ghi âm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14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Cassette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tape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kə'set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teip/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Cassette </a:t>
            </a:r>
            <a:r>
              <a:rPr lang="en-US" sz="6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tape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kə'set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teip/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Băng cátxét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3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Damage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/'dæmidʒ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(v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Damage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/'dæmidʒ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Hư hỏng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58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Brand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/brænd/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Brand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/brænd/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nhãn, mác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9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On </a:t>
            </a:r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sale</a:t>
            </a:r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On sale</a:t>
            </a:r>
          </a:p>
          <a:p>
            <a:pPr algn="ctr"/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Đang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được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6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bán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/'ki:bɔ:d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/'ki:bɔ:d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Bàn phím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2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Musician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/mju:'zi∫n/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Musician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/mju:'zi∫n/ 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Nhạc sĩ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68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Guitar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/gi'tɑ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:/ (n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1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Guitar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/gi'tɑ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:/ (n)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Đàn ghita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38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Case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/keis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Case</a:t>
            </a:r>
            <a:r>
              <a:rPr lang="en-US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/keis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 (n)</a:t>
            </a: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túi, va-li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6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Fight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/fait/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(v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08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6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anose="02020603050405020304" pitchFamily="18" charset="0"/>
              </a:rPr>
              <a:t>Fight </a:t>
            </a:r>
            <a:r>
              <a:rPr lang="vi-V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/fait/ </a:t>
            </a:r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(v)</a:t>
            </a:r>
            <a:endParaRPr lang="vi-V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vi-V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Đánh nhau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69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6441</TotalTime>
  <Words>232</Words>
  <Application>Microsoft Office PowerPoint</Application>
  <PresentationFormat>Custom</PresentationFormat>
  <Paragraphs>90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AutoBVT</cp:lastModifiedBy>
  <cp:revision>202</cp:revision>
  <dcterms:created xsi:type="dcterms:W3CDTF">2016-09-10T02:24:35Z</dcterms:created>
  <dcterms:modified xsi:type="dcterms:W3CDTF">2017-12-24T15:35:59Z</dcterms:modified>
</cp:coreProperties>
</file>