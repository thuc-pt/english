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6"/>
  </p:notesMasterIdLst>
  <p:sldIdLst>
    <p:sldId id="280" r:id="rId2"/>
    <p:sldId id="292" r:id="rId3"/>
    <p:sldId id="281" r:id="rId4"/>
    <p:sldId id="293" r:id="rId5"/>
    <p:sldId id="282" r:id="rId6"/>
    <p:sldId id="294" r:id="rId7"/>
    <p:sldId id="283" r:id="rId8"/>
    <p:sldId id="295" r:id="rId9"/>
    <p:sldId id="284" r:id="rId10"/>
    <p:sldId id="296" r:id="rId11"/>
    <p:sldId id="285" r:id="rId12"/>
    <p:sldId id="297" r:id="rId13"/>
    <p:sldId id="286" r:id="rId14"/>
    <p:sldId id="298" r:id="rId15"/>
    <p:sldId id="287" r:id="rId16"/>
    <p:sldId id="299" r:id="rId17"/>
    <p:sldId id="288" r:id="rId18"/>
    <p:sldId id="300" r:id="rId19"/>
    <p:sldId id="289" r:id="rId20"/>
    <p:sldId id="301" r:id="rId21"/>
    <p:sldId id="290" r:id="rId22"/>
    <p:sldId id="302" r:id="rId23"/>
    <p:sldId id="291" r:id="rId24"/>
    <p:sldId id="30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4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68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6/18/2018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6/18/2018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6/18/2018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6/18/2018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6/18/2018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6/18/2018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6/18/2018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6/18/2018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6/18/2018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6/18/2018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6/18/2018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6/18/2018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6/18/2018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Motorcycle</a:t>
            </a:r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'məʊtə,saikl/ </a:t>
            </a:r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Motorcycle</a:t>
            </a:r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'məʊtə,saikl/ </a:t>
            </a:r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</a:p>
          <a:p>
            <a:pPr algn="ctr"/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Xe mô tô</a:t>
            </a:r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95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Wheelchair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/'wi:lt∫eə[r]/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00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Wheelchair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/'wi:lt∫eə[r]/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Xe lăn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06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Glasses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/glɑ:s/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69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Glasses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glɑ:s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iz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Kính đeo mắt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39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Eyesight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/'aisait/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4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Eyesight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/'aisait/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thị lực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946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Injured arm</a:t>
            </a:r>
            <a:r>
              <a:rPr lang="vi-VN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/'indʒəd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ɑ:m/ </a:t>
            </a: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3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Injured arm</a:t>
            </a:r>
            <a:r>
              <a:rPr lang="vi-VN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/'indʒəd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ɑ:m/ </a:t>
            </a: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Cánh tay bị thương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95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Injured knee</a:t>
            </a:r>
            <a:r>
              <a:rPr lang="vi-VN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/'indʒəd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ni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:/</a:t>
            </a: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83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Injured knee</a:t>
            </a:r>
            <a:r>
              <a:rPr lang="vi-VN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/'indʒəd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ni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:/</a:t>
            </a: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đầu gối bị thương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37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Injured foot</a:t>
            </a:r>
            <a:r>
              <a:rPr lang="vi-VN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/'indʒəd fʊt/ </a:t>
            </a:r>
            <a:endParaRPr lang="vi-VN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810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Injured foot</a:t>
            </a:r>
            <a:r>
              <a:rPr lang="vi-VN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/'indʒəd fʊt/ </a:t>
            </a:r>
            <a:endParaRPr lang="vi-VN" sz="6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Chân bị thương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51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Wrist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/rist/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25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Wrist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/rist/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cổ tay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61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Telescope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/'teliskəʊp/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37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Telescope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/'teliskəʊp/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Kính viễn vọng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Medicine</a:t>
            </a:r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/'medsn/ </a:t>
            </a:r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95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Medicine</a:t>
            </a:r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/'medsn/ </a:t>
            </a:r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thuốc (y dược)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85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Businessman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/'biznismən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41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Businessman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/'biznismən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Doanh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66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nhân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38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Cook</a:t>
            </a:r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/kuk/ </a:t>
            </a:r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43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Cook</a:t>
            </a:r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/kuk/ </a:t>
            </a:r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đầu bếp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578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6481</TotalTime>
  <Words>246</Words>
  <Application>Microsoft Office PowerPoint</Application>
  <PresentationFormat>Widescreen</PresentationFormat>
  <Paragraphs>116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Wingdings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209</cp:revision>
  <dcterms:created xsi:type="dcterms:W3CDTF">2016-09-10T02:24:35Z</dcterms:created>
  <dcterms:modified xsi:type="dcterms:W3CDTF">2018-06-18T09:24:05Z</dcterms:modified>
</cp:coreProperties>
</file>