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60701" y="6582569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659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01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20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0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37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4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41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35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3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52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1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42EDC-A71C-44D4-A0FD-7F4124952634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1DB9-A774-4557-96BE-E9F397731CE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4760701" y="6582569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49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49246" y="2355692"/>
            <a:ext cx="496963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pleɪ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15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49246" y="2355692"/>
            <a:ext cx="496962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pleɪ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635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97051" y="2149629"/>
            <a:ext cx="490198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176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91093" y="2149629"/>
            <a:ext cx="511390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gắng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141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887" y="2175388"/>
            <a:ext cx="631935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hoose</a:t>
            </a:r>
            <a:r>
              <a:rPr lang="en-US" sz="6600" b="1" i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/tʃu:z/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12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0644" y="2175388"/>
            <a:ext cx="636584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hoose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tʃu:z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685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4021" y="2262699"/>
            <a:ext cx="79303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Good voice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ɡʊd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vɔɪs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21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4021" y="2262699"/>
            <a:ext cx="793037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Good voice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ɡʊd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vɔɪs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Giọng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733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6055" y="2202850"/>
            <a:ext cx="919995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 of tune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aʊt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əv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tju:n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58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2812" y="2202850"/>
            <a:ext cx="924644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 of tune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aʊt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əv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tju:n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điệu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71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5026" y="2329934"/>
            <a:ext cx="1133515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mbarrassed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ɪm'bærəst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31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8269" y="2329934"/>
            <a:ext cx="1128866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mbarrassed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ɪm'bærəst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Bối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rối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lúng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túng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807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9920" y="2226903"/>
            <a:ext cx="563006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illy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sɪli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371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9920" y="2226903"/>
            <a:ext cx="563006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illy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sɪli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Ngớ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ngẩn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788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16443" y="2214024"/>
            <a:ext cx="704468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inger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sɪŋə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115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16443" y="2214024"/>
            <a:ext cx="704468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inger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sɪŋə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(n)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049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65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7</cp:revision>
  <dcterms:created xsi:type="dcterms:W3CDTF">2019-04-05T13:43:36Z</dcterms:created>
  <dcterms:modified xsi:type="dcterms:W3CDTF">2019-04-05T14:14:41Z</dcterms:modified>
</cp:coreProperties>
</file>