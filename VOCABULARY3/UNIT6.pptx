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9" r:id="rId22"/>
    <p:sldId id="27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33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53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8451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6037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5BB64-23FC-42DD-992D-BFEB6432F7A7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2E697-393F-4721-A014-2FB74864C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80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5BB64-23FC-42DD-992D-BFEB6432F7A7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2E697-393F-4721-A014-2FB74864C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549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5BB64-23FC-42DD-992D-BFEB6432F7A7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2E697-393F-4721-A014-2FB74864C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99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5BB64-23FC-42DD-992D-BFEB6432F7A7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2E697-393F-4721-A014-2FB74864C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435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5BB64-23FC-42DD-992D-BFEB6432F7A7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2E697-393F-4721-A014-2FB74864C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651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5BB64-23FC-42DD-992D-BFEB6432F7A7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2E697-393F-4721-A014-2FB74864C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570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5BB64-23FC-42DD-992D-BFEB6432F7A7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2E697-393F-4721-A014-2FB74864C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134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D5BB64-23FC-42DD-992D-BFEB6432F7A7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72E697-393F-4721-A014-2FB74864C58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277344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3"/>
          <p:cNvSpPr txBox="1">
            <a:spLocks/>
          </p:cNvSpPr>
          <p:nvPr userDrawn="1"/>
        </p:nvSpPr>
        <p:spPr>
          <a:xfrm>
            <a:off x="4736317" y="6531864"/>
            <a:ext cx="50292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Nguyễn Đăng Hải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2186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4334" y="2187889"/>
            <a:ext cx="11402289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Wonderful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wʌndə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[r]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fəl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6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2231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4334" y="2187889"/>
            <a:ext cx="11144205" cy="31393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Wonderful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wʌndə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[r]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fəl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diệu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tuyệt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vời</a:t>
            </a:r>
            <a:endParaRPr lang="en-US" sz="6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4659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58014" y="2020840"/>
            <a:ext cx="6737742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ind</a:t>
            </a:r>
            <a:r>
              <a:rPr lang="en-US" sz="6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kaɪnd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4814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58014" y="2020840"/>
            <a:ext cx="6737742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ind</a:t>
            </a:r>
            <a:r>
              <a:rPr lang="en-US" sz="6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kaɪnd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tốt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bụng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9828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34977" y="2085235"/>
            <a:ext cx="7149714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leepy</a:t>
            </a:r>
            <a:r>
              <a:rPr lang="en-US" sz="6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sli:pi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1808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11734" y="2085235"/>
            <a:ext cx="7196201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leepy</a:t>
            </a:r>
            <a:r>
              <a:rPr lang="en-US" sz="6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sli:pi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Buồn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ngủ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7482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69356" y="2073683"/>
            <a:ext cx="8521115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Terrible</a:t>
            </a:r>
            <a:r>
              <a:rPr lang="en-US" sz="6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terəbəl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510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92599" y="2073683"/>
            <a:ext cx="8474628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Terrible</a:t>
            </a:r>
            <a:r>
              <a:rPr lang="en-US" sz="6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terəbəl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Kinh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khủng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197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99428" y="2046599"/>
            <a:ext cx="6282489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Jet lag</a:t>
            </a:r>
            <a:r>
              <a:rPr lang="en-US" sz="6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dʒet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læɡ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2999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07685" y="2046599"/>
            <a:ext cx="6865982" cy="31393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Jet lag</a:t>
            </a:r>
            <a:r>
              <a:rPr lang="en-US" sz="6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dʒet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læɡ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Mệt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mỏi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chuyến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dài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0015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5245" y="2180503"/>
            <a:ext cx="11355994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lenty of sleep</a:t>
            </a:r>
            <a:r>
              <a:rPr lang="en-US" sz="6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/'plenty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əv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sli:p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9871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5245" y="2180503"/>
            <a:ext cx="11355994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lenty of sleep</a:t>
            </a:r>
            <a:r>
              <a:rPr lang="en-US" sz="6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/'plenty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əv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sli:p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Ngủ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6783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52309" y="2132205"/>
            <a:ext cx="8204490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Fall asleep</a:t>
            </a:r>
            <a:r>
              <a:rPr lang="en-US" sz="6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fɔ:l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ə'sli:p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7257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9066" y="2132205"/>
            <a:ext cx="8250977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Fall asleep</a:t>
            </a:r>
            <a:r>
              <a:rPr lang="en-US" sz="6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fɔ:l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ə'sli:p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Ngủ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thiếp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đi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919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43741" y="2020841"/>
            <a:ext cx="6319038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Try out</a:t>
            </a:r>
            <a:r>
              <a:rPr lang="en-US" sz="6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traɪ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aʊt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5541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43741" y="2020841"/>
            <a:ext cx="6319038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Try out</a:t>
            </a:r>
            <a:r>
              <a:rPr lang="en-US" sz="6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traɪ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aʊt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1098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19650" y="2318760"/>
            <a:ext cx="9906879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Surf board</a:t>
            </a:r>
            <a:r>
              <a:rPr lang="en-US" sz="6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sɜ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[r]f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bɔ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[r]d/</a:t>
            </a:r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6961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78961" y="2318760"/>
            <a:ext cx="9788256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Surf board</a:t>
            </a:r>
            <a:r>
              <a:rPr lang="en-US" sz="6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sɜ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[r]f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bɔ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[r]d/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Ván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lướt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6828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93780" y="1828037"/>
            <a:ext cx="10668305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Along the coast 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ə'lɒŋ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kəʊst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9209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22821" y="1828037"/>
            <a:ext cx="10410222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Along the coast 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ə'lɒŋ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kəʊst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Dọc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bờ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biển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9316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33467" y="2085234"/>
            <a:ext cx="4735592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Ship</a:t>
            </a:r>
            <a:r>
              <a:rPr lang="en-US" sz="6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ʃɪp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1284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49924" y="2085234"/>
            <a:ext cx="5102679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Ship</a:t>
            </a:r>
            <a:r>
              <a:rPr lang="en-US" sz="6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ʃɪp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Tàu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tàu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thủy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734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50</Words>
  <Application>Microsoft Office PowerPoint</Application>
  <PresentationFormat>Widescreen</PresentationFormat>
  <Paragraphs>34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7</cp:revision>
  <dcterms:created xsi:type="dcterms:W3CDTF">2019-04-05T12:26:29Z</dcterms:created>
  <dcterms:modified xsi:type="dcterms:W3CDTF">2019-04-05T13:17:20Z</dcterms:modified>
</cp:coreProperties>
</file>