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2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11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44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6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69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1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2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7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1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2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20A2B-6B11-44C0-A9F8-2978CB7A952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916E1-0031-4153-B582-04E13B9606C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84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1265" y="2098115"/>
            <a:ext cx="73292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hange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tʃeɪndʒ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</p:txBody>
      </p:sp>
    </p:spTree>
    <p:extLst>
      <p:ext uri="{BB962C8B-B14F-4D97-AF65-F5344CB8AC3E}">
        <p14:creationId xmlns:p14="http://schemas.microsoft.com/office/powerpoint/2010/main" val="360971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1265" y="2098115"/>
            <a:ext cx="732925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hange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tʃeɪndʒ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07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2749" y="2046599"/>
            <a:ext cx="749192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pply for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ə'plaɪ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573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2749" y="2046599"/>
            <a:ext cx="749192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pply for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ə'plaɪ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fɔ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85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1283" y="2098114"/>
            <a:ext cx="757931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ləʊ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loʊ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933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1283" y="2098114"/>
            <a:ext cx="757931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ləʊ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loʊ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50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9968" y="2239782"/>
            <a:ext cx="707277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[r]t/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24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9968" y="2239782"/>
            <a:ext cx="711925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[r]t/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lùn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830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3629" y="1899818"/>
            <a:ext cx="827342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Congratulation</a:t>
            </a:r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kənˌ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ɡrætʃə'leɪʃən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321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3629" y="1899818"/>
            <a:ext cx="8273419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Congratulation</a:t>
            </a:r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kənˌ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ɡrætʃə'leɪʃən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chúc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48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8197" y="2270653"/>
            <a:ext cx="836959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Have lunch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hæv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lʌntʃ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58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8197" y="2270653"/>
            <a:ext cx="836959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Have lunch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hæv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lʌntʃ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254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26333"/>
            <a:ext cx="1197735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meeting</a:t>
            </a:r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bɪznəs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mi:tɪŋ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99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26333"/>
            <a:ext cx="1197735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meeting</a:t>
            </a:r>
            <a: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bɪznəs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mi:tɪŋ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613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5</cp:revision>
  <dcterms:created xsi:type="dcterms:W3CDTF">2019-04-05T10:22:22Z</dcterms:created>
  <dcterms:modified xsi:type="dcterms:W3CDTF">2019-04-05T12:36:51Z</dcterms:modified>
</cp:coreProperties>
</file>