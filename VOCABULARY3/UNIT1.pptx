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27734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11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467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293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61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4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6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8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1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93B4F-8E26-40B1-80AE-84FAD78B1C6F}" type="datetimeFigureOut">
              <a:rPr lang="en-US" smtClean="0"/>
              <a:t>5/31/2019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57FF2-4B4F-40F4-A679-2E614D6A1E2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27734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84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8725" y="2110993"/>
            <a:ext cx="787106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hɜ:t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hɜ:rt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69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1231" y="2110993"/>
            <a:ext cx="946605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hɜ:t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hɜ:rt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62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06637"/>
            <a:ext cx="1228644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Have a toothache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hæv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l-GR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eɪk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22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06637"/>
            <a:ext cx="122864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Have a toothache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hæv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 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l-GR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θ-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eɪk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răng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62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5143" y="2201145"/>
            <a:ext cx="74366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entist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dentɪst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40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8386" y="2201145"/>
            <a:ext cx="739016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entist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dentɪst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45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25575"/>
            <a:ext cx="1228644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Make an appointment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ə'pɔɪntmənt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0080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25575"/>
            <a:ext cx="1228644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Make an appointment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ə'pɔɪntmənt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hẹn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201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88799" y="2175388"/>
            <a:ext cx="539923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Guess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ɡes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13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9891" y="2175388"/>
            <a:ext cx="679705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Guess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ɡes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phóng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17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48143" y="2317055"/>
            <a:ext cx="609173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hoice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tʃɔɪs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54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48143" y="2317055"/>
            <a:ext cx="609173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hoice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tʃɔɪs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57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68428" y="2188267"/>
            <a:ext cx="513473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36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15771" y="2188267"/>
            <a:ext cx="584006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vạch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32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39782"/>
            <a:ext cx="1228644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yesight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aɪsaɪt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23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39782"/>
            <a:ext cx="1228644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yesight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aɪsaɪt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72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1788" y="1892053"/>
            <a:ext cx="715933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Glasses </a:t>
            </a:r>
            <a:r>
              <a:rPr lang="vi-VN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glɑ:s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iz</a:t>
            </a:r>
            <a:r>
              <a:rPr lang="vi-VN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(n)</a:t>
            </a:r>
          </a:p>
        </p:txBody>
      </p:sp>
    </p:spTree>
    <p:extLst>
      <p:ext uri="{BB962C8B-B14F-4D97-AF65-F5344CB8AC3E}">
        <p14:creationId xmlns:p14="http://schemas.microsoft.com/office/powerpoint/2010/main" val="335137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61788" y="1892053"/>
            <a:ext cx="715933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Glasses </a:t>
            </a:r>
            <a:r>
              <a:rPr lang="vi-VN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glɑ:s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iz</a:t>
            </a:r>
            <a:r>
              <a:rPr lang="vi-VN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 (n</a:t>
            </a:r>
            <a:r>
              <a:rPr lang="vi-VN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en-US" sz="6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Kính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đeo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mắt</a:t>
            </a:r>
            <a:endParaRPr lang="vi-VN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71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7212" y="1892053"/>
            <a:ext cx="719299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heck-up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tʃek-ʌp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562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7212" y="1892053"/>
            <a:ext cx="719299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heck-up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tʃek-ʌp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97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</Words>
  <Application>Microsoft Office PowerPoint</Application>
  <PresentationFormat>Widescreen</PresentationFormat>
  <Paragraphs>30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Welcome</cp:lastModifiedBy>
  <cp:revision>4</cp:revision>
  <dcterms:created xsi:type="dcterms:W3CDTF">2019-04-03T17:05:03Z</dcterms:created>
  <dcterms:modified xsi:type="dcterms:W3CDTF">2019-05-31T10:10:11Z</dcterms:modified>
</cp:coreProperties>
</file>