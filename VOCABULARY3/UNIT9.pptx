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502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73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685-B7DD-4F36-B9B8-DB623FC234A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A33C-19E0-4B31-9F1E-0ABC3ADA9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07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685-B7DD-4F36-B9B8-DB623FC234A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A33C-19E0-4B31-9F1E-0ABC3ADA9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09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685-B7DD-4F36-B9B8-DB623FC234A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A33C-19E0-4B31-9F1E-0ABC3ADA9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9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685-B7DD-4F36-B9B8-DB623FC234A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A33C-19E0-4B31-9F1E-0ABC3ADA9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8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685-B7DD-4F36-B9B8-DB623FC234A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A33C-19E0-4B31-9F1E-0ABC3ADA9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7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D1685-B7DD-4F36-B9B8-DB623FC234A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AA33C-19E0-4B31-9F1E-0ABC3ADA9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8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D1685-B7DD-4F36-B9B8-DB623FC234A8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AA33C-19E0-4B31-9F1E-0ABC3ADA9A3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61138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16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6229" y="2262699"/>
            <a:ext cx="1069632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egularly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reɡjələ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[r]li/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473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9473" y="2262699"/>
            <a:ext cx="10649839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egularly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reɡjələ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[r]li/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đặn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764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8769" y="2303040"/>
            <a:ext cx="760817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Lift weight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lɪft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weɪt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82388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98769" y="2303040"/>
            <a:ext cx="760817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Lift weight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lɪft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weɪt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tạ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191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6653" y="2074440"/>
            <a:ext cx="567334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hape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ʃeɪp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368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7714" y="2074440"/>
            <a:ext cx="753122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hape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ʃeɪp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thù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59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51633" y="2162508"/>
            <a:ext cx="678339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Look for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lʊk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fɔ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47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34187" y="2162508"/>
            <a:ext cx="661828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Look for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lʊk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fɔ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153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6805" y="2239782"/>
            <a:ext cx="857234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mprove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ɪm'pru:v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43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92603" y="2239782"/>
            <a:ext cx="836075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mprove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ɪm'pru:v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024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0513" y="2363078"/>
            <a:ext cx="1028595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nstructor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ɪn'strʌktə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794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3756" y="2363078"/>
            <a:ext cx="1023947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nstructor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ɪn'strʌktə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093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3699" y="2392056"/>
            <a:ext cx="974176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efinitely</a:t>
            </a:r>
            <a:r>
              <a:rPr lang="en-US" sz="6600" b="1" i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/'defɪnətli/ (adv)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398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16942" y="2392056"/>
            <a:ext cx="969528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efinitely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defɪnətli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Rạch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ròi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dứt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khoác</a:t>
            </a:r>
            <a:endParaRPr lang="en-US" sz="6600" b="1" i="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459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84794" y="2316487"/>
            <a:ext cx="873829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iscount</a:t>
            </a:r>
            <a:r>
              <a:rPr lang="en-US" sz="6600" b="1" baseline="3000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dɪskaʊnt/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725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08038" y="2316487"/>
            <a:ext cx="869180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iscount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dɪskaʊnt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bớt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66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46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38</Words>
  <Application>Microsoft Office PowerPoint</Application>
  <PresentationFormat>Widescreen</PresentationFormat>
  <Paragraphs>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5</cp:revision>
  <dcterms:created xsi:type="dcterms:W3CDTF">2019-04-05T14:15:31Z</dcterms:created>
  <dcterms:modified xsi:type="dcterms:W3CDTF">2019-04-05T14:39:50Z</dcterms:modified>
</cp:coreProperties>
</file>