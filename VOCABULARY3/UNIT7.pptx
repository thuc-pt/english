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62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6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65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3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71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45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3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1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2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9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1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340B2-F410-4DF7-8D9C-C64FEA126918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856B5-1B00-40F9-B5CA-89357D094E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09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9838" y="2201145"/>
            <a:ext cx="801533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ainting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peɪntɪŋ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764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82" y="2201145"/>
            <a:ext cx="796884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ainting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peɪntɪŋ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38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25334" y="2046600"/>
            <a:ext cx="815159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emind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rɪ'maɪnd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3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48577" y="2046600"/>
            <a:ext cx="810510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emind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rɪ'maɪnd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Nhắc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nhở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8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4445" y="2188266"/>
            <a:ext cx="6879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ircus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sɜ:kəs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29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2582" y="2188266"/>
            <a:ext cx="714330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ircus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sɜ:kəs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Rạp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xiếc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gánh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xiếc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2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42837" y="2149630"/>
            <a:ext cx="717856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braɪt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6600" b="1" i="0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67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42837" y="2149630"/>
            <a:ext cx="696697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braɪt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chói</a:t>
            </a:r>
            <a:r>
              <a:rPr lang="en-US" sz="6600" b="1" i="0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27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2714" y="2149629"/>
            <a:ext cx="856035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heerful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tʃɪəfəl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30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41756" y="2149629"/>
            <a:ext cx="830227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heerful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tʃɪəfəl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vẻ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phấn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552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1383" y="2162508"/>
            <a:ext cx="63690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rtist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ɑ:tɪst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82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1383" y="2162508"/>
            <a:ext cx="636905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rtist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ɑ:tɪst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Hoạ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375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1802" y="2053795"/>
            <a:ext cx="1002389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antastic</a:t>
            </a:r>
            <a:r>
              <a:rPr lang="en-US" sz="66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/fæn'tæstɪk/ (adj)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088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5046" y="2053795"/>
            <a:ext cx="997741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antastic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fæn'tæstɪk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quái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quái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vời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911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9994" y="2201145"/>
            <a:ext cx="740619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xhibit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ɪɡ'zɪbɪt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98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9994" y="2201145"/>
            <a:ext cx="735970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xhibit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ɪɡ'zɪbɪt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478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6083" y="2253797"/>
            <a:ext cx="953979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Bowling ball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bəʊlɪŋ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bɔ:l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67998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6083" y="2253797"/>
            <a:ext cx="953979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Bowling ball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bəʊlɪŋ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bɔ:l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bowling</a:t>
            </a:r>
          </a:p>
        </p:txBody>
      </p:sp>
    </p:spTree>
    <p:extLst>
      <p:ext uri="{BB962C8B-B14F-4D97-AF65-F5344CB8AC3E}">
        <p14:creationId xmlns:p14="http://schemas.microsoft.com/office/powerpoint/2010/main" val="76080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</Words>
  <Application>Microsoft Office PowerPoint</Application>
  <PresentationFormat>Widescreen</PresentationFormat>
  <Paragraphs>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PC</cp:lastModifiedBy>
  <cp:revision>4</cp:revision>
  <dcterms:created xsi:type="dcterms:W3CDTF">2019-04-05T13:18:36Z</dcterms:created>
  <dcterms:modified xsi:type="dcterms:W3CDTF">2019-06-21T11:51:10Z</dcterms:modified>
</cp:coreProperties>
</file>