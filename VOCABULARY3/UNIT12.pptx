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286D6-B131-45EA-8B53-F6F6914C21FB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D923-DBD4-4FE9-84AA-D9D78463F04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301728" cy="7022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629400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59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526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450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286D6-B131-45EA-8B53-F6F6914C21FB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D923-DBD4-4FE9-84AA-D9D7846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246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286D6-B131-45EA-8B53-F6F6914C21FB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D923-DBD4-4FE9-84AA-D9D7846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133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286D6-B131-45EA-8B53-F6F6914C21FB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D923-DBD4-4FE9-84AA-D9D7846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10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286D6-B131-45EA-8B53-F6F6914C21FB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D923-DBD4-4FE9-84AA-D9D7846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286D6-B131-45EA-8B53-F6F6914C21FB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D923-DBD4-4FE9-84AA-D9D7846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363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286D6-B131-45EA-8B53-F6F6914C21FB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D923-DBD4-4FE9-84AA-D9D7846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29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286D6-B131-45EA-8B53-F6F6914C21FB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D923-DBD4-4FE9-84AA-D9D7846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20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286D6-B131-45EA-8B53-F6F6914C21FB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D923-DBD4-4FE9-84AA-D9D7846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79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286D6-B131-45EA-8B53-F6F6914C21FB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4D923-DBD4-4FE9-84AA-D9D78463F04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277344" cy="6973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629400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566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683" y="1966864"/>
            <a:ext cx="919514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dvertise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ædvətaɪz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87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1481" y="1966864"/>
            <a:ext cx="898355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dvertise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ædvətaɪz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Quảng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460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2837" y="2235805"/>
            <a:ext cx="614944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Pay out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peɪ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aʊt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75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2837" y="2235805"/>
            <a:ext cx="614944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Pay out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peɪ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aʊt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024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05965" y="2168569"/>
            <a:ext cx="729398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egal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ɪ'li:ɡəl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248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05965" y="2168569"/>
            <a:ext cx="729398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egal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ɪ'li:ɡəl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19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24478" y="2206827"/>
            <a:ext cx="865730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Horse race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hɔ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[r]s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reɪs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581796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01235" y="2206827"/>
            <a:ext cx="870379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Horse race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hɔ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[r]s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reɪs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đua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ngựa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78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1764" y="2060993"/>
            <a:ext cx="808266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amble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ɡæmbəl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814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12504" y="2060993"/>
            <a:ext cx="900118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amble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ɡæmbəl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may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rủi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659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9627" y="2278419"/>
            <a:ext cx="677942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isky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rɪski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137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9627" y="2278419"/>
            <a:ext cx="677942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isky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rɪski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Liều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mạo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hiểm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488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95965" y="2162509"/>
            <a:ext cx="462819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Bet</a:t>
            </a:r>
            <a:r>
              <a:rPr lang="en-US" sz="66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/bet/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167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25398" y="2162509"/>
            <a:ext cx="736932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Bet</a:t>
            </a:r>
            <a:r>
              <a:rPr lang="en-US" sz="66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/bet/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cược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613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28</Words>
  <Application>Microsoft Office PowerPoint</Application>
  <PresentationFormat>Widescreen</PresentationFormat>
  <Paragraphs>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4</cp:revision>
  <dcterms:created xsi:type="dcterms:W3CDTF">2019-04-05T15:55:05Z</dcterms:created>
  <dcterms:modified xsi:type="dcterms:W3CDTF">2019-04-05T16:15:48Z</dcterms:modified>
</cp:coreProperties>
</file>