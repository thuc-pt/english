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1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23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90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8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4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5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1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0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0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4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55C94-E92C-4745-9B7B-06922E096D29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4FDED-7EFA-48E1-8781-EB9B15AB290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24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5618" y="2110993"/>
            <a:ext cx="836799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ungry</a:t>
            </a:r>
            <a:r>
              <a:rPr lang="en-US" sz="66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hʌŋɡri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41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5618" y="2110993"/>
            <a:ext cx="83215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ungry</a:t>
            </a:r>
            <a:r>
              <a:rPr lang="en-US" sz="66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hʌŋɡri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Đói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đói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14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8116" y="2007205"/>
            <a:ext cx="93746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opcorn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pɒpkɔ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:[r]n/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46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8116" y="2007205"/>
            <a:ext cx="937468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opcorn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pɒpkɔ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:[r]n/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Bỏng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ngô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78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9134" y="2249252"/>
            <a:ext cx="71761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bʌtə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3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89134" y="2249252"/>
            <a:ext cx="717613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bʌtə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83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0424" y="2175387"/>
            <a:ext cx="590097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Put on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pʊt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71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0424" y="2175387"/>
            <a:ext cx="590097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Put on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pʊt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7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25673" y="1917810"/>
            <a:ext cx="496001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alt</a:t>
            </a:r>
            <a:r>
              <a:rPr lang="en-US" sz="66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sɔ:lt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25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25673" y="1917810"/>
            <a:ext cx="496001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alt</a:t>
            </a:r>
            <a:r>
              <a:rPr lang="en-US" sz="66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sɔ:lt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4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6796" y="2208911"/>
            <a:ext cx="88200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hirsty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l-GR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ɜ:[r]sti/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21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2594" y="2208911"/>
            <a:ext cx="860844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hirsty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l-GR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ɜ:[r]sti/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khao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26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6307" y="2205690"/>
            <a:ext cx="1108668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range juice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ɒrəndʒ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dʒu:s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28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2105" y="2205690"/>
            <a:ext cx="108750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range juice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ɒrəndʒ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dʒu:s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cam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ép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24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2019-04-05T09:54:19Z</dcterms:created>
  <dcterms:modified xsi:type="dcterms:W3CDTF">2019-04-05T10:21:41Z</dcterms:modified>
</cp:coreProperties>
</file>