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4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C97-6BA3-4557-BFC2-A1AE956E1171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2F05C-5B5A-4E3E-927C-0D102F7ACA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85085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11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365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79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C97-6BA3-4557-BFC2-A1AE956E1171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2F05C-5B5A-4E3E-927C-0D102F7AC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31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C97-6BA3-4557-BFC2-A1AE956E1171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2F05C-5B5A-4E3E-927C-0D102F7AC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33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C97-6BA3-4557-BFC2-A1AE956E1171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2F05C-5B5A-4E3E-927C-0D102F7AC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3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C97-6BA3-4557-BFC2-A1AE956E1171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2F05C-5B5A-4E3E-927C-0D102F7AC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1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C97-6BA3-4557-BFC2-A1AE956E1171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2F05C-5B5A-4E3E-927C-0D102F7AC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1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C97-6BA3-4557-BFC2-A1AE956E1171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2F05C-5B5A-4E3E-927C-0D102F7AC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3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C97-6BA3-4557-BFC2-A1AE956E1171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2F05C-5B5A-4E3E-927C-0D102F7AC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8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6C97-6BA3-4557-BFC2-A1AE956E1171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2F05C-5B5A-4E3E-927C-0D102F7AC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2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06C97-6BA3-4557-BFC2-A1AE956E1171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2F05C-5B5A-4E3E-927C-0D102F7ACA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85085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9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701" y="2123872"/>
            <a:ext cx="114417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Familiar with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fə'mɪliə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982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945" y="2123872"/>
            <a:ext cx="1139523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Familiar with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fə'mɪliə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35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196" y="1785422"/>
            <a:ext cx="1186442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Famous physicist</a:t>
            </a:r>
            <a:b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feɪməs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fɪzɪsɪst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800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196" y="1785422"/>
            <a:ext cx="1186442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Famous physicist</a:t>
            </a:r>
            <a:b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feɪməs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fɪzɪsɪst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35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1750" y="1993757"/>
            <a:ext cx="805380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[r]t/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97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48507" y="1993757"/>
            <a:ext cx="810029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[r]t/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minh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771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1242" y="2061560"/>
            <a:ext cx="931691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rofessor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prə'fesə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18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4486" y="2061560"/>
            <a:ext cx="927042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rofessor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prə'fesə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195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0853" y="2102470"/>
            <a:ext cx="1075403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Ey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 protection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prə'tekʃən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41746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4096" y="2102470"/>
            <a:ext cx="1070754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Ey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 protection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prə'tekʃən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mắt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160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0318" y="2085236"/>
            <a:ext cx="741581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oolish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fu:lɪʃ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567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7075" y="2085236"/>
            <a:ext cx="746229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oolish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fu:lɪʃ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Dại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dột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ngớ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ngẩn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57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6891" y="2345465"/>
            <a:ext cx="1065227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lastic glasses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plæstɪk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ɡlæs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46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6891" y="2345465"/>
            <a:ext cx="1065227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lastic glasses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plæstɪk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ɡlæs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nhựa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770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0649" y="2153417"/>
            <a:ext cx="865974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hemical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kemɪkəl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513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0649" y="2153417"/>
            <a:ext cx="865974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hemical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kemɪkəl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239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4130" y="1644133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erious damage</a:t>
            </a:r>
          </a:p>
          <a:p>
            <a:pPr algn="ctr"/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sɪəriəs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dæmɪdʒ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212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4130" y="1644133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erious damage</a:t>
            </a:r>
          </a:p>
          <a:p>
            <a:pPr algn="ctr"/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sɪəriəs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dæmɪdʒ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Thiệt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956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81969" y="2020841"/>
            <a:ext cx="691888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oggle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ɡɒɡəl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192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81969" y="2020841"/>
            <a:ext cx="691888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oggle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ɡɒɡəl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hộ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43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3867" y="2200388"/>
            <a:ext cx="1110271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xperiment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ɪk'sperəmənt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05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3867" y="2200388"/>
            <a:ext cx="1110271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xperiment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ɪk'sperəmənt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Thí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00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93949" y="1750385"/>
            <a:ext cx="894491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illy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sɪli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oolish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fu:lɪʃ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13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93949" y="1750385"/>
            <a:ext cx="894491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illy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sɪli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oolish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fu:lɪʃ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Ngớ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ngẩn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02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32</Words>
  <Application>Microsoft Office PowerPoint</Application>
  <PresentationFormat>Widescreen</PresentationFormat>
  <Paragraphs>40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5</cp:revision>
  <dcterms:created xsi:type="dcterms:W3CDTF">2019-04-05T15:04:34Z</dcterms:created>
  <dcterms:modified xsi:type="dcterms:W3CDTF">2019-04-05T15:54:53Z</dcterms:modified>
</cp:coreProperties>
</file>