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85085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1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3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84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5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1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6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1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9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7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55557-843B-4DBA-9515-E540CEE33829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30666-6EAF-4D5C-9694-89F027F132A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85085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7566" y="2368571"/>
            <a:ext cx="92095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id-term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mɪd'tɜ:m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6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7566" y="2368571"/>
            <a:ext cx="920957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id-term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mɪd'tɜ:m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4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1687" y="1443375"/>
            <a:ext cx="732604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ocumentary 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dɒkjə'mentəri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93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1686" y="1443375"/>
            <a:ext cx="7326043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ocumentary 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dɒkjə'mentəri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03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5808" y="2270464"/>
            <a:ext cx="945880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rocodile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krɒkədaɪl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4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9052" y="2270464"/>
            <a:ext cx="941232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rocodile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krɒkədaɪl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sấu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Phi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7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75387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reature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kri:tʃə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96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75387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reature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kri:tʃə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808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3953" y="2162508"/>
            <a:ext cx="75232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hannel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tʃænl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6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2995" y="2162508"/>
            <a:ext cx="72651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hannel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tʃænl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tivi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21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728" y="2020840"/>
            <a:ext cx="60821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heese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tʃi:z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1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728" y="2020840"/>
            <a:ext cx="608211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heese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tʃi:z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Pho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56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4130" y="2159857"/>
            <a:ext cx="904286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asta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pæstə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745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7373" y="2159857"/>
            <a:ext cx="899637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asta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pæstə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Mì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ống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mì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sợi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94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7868" y="1963834"/>
            <a:ext cx="978825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omato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tə'mɑ:təʊ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meɪtoʊ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322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3666" y="1963834"/>
            <a:ext cx="9576660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omato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tə'mɑ:təʊ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meɪtoʊ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chua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694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6465" y="2342812"/>
            <a:ext cx="602600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ipe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955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6465" y="2342812"/>
            <a:ext cx="602600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ipe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Chín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chín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muồi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46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</Words>
  <Application>Microsoft Office PowerPoint</Application>
  <PresentationFormat>Widescreen</PresentationFormat>
  <Paragraphs>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2019-04-03T17:45:39Z</dcterms:created>
  <dcterms:modified xsi:type="dcterms:W3CDTF">2019-04-03T18:10:25Z</dcterms:modified>
</cp:coreProperties>
</file>