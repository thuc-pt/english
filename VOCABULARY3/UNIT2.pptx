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614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79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05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0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2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0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3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0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4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51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6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A9BE-6FED-4D32-AFA7-03AEA96054C3}" type="datetimeFigureOut">
              <a:rPr lang="en-US" smtClean="0"/>
              <a:t>4/4/2019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B003C-1CBE-4494-98A1-E92D25ACC93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9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9874" y="2277092"/>
            <a:ext cx="1031801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emester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sə'mestə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59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117" y="2277092"/>
            <a:ext cx="102715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emester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sə'mestə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87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6400" y="2265540"/>
            <a:ext cx="809548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nstead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ɪn'sted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29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9644" y="2265540"/>
            <a:ext cx="804899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nstead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ɪn'sted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224" y="1935423"/>
            <a:ext cx="116701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eology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dʒi'ɒlədʒi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3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9467" y="1935423"/>
            <a:ext cx="1162369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eology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dʒi'ɒlədʒi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54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6793" y="2201145"/>
            <a:ext cx="77412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ock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rɒk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rɑ:k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878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550" y="2201145"/>
            <a:ext cx="778770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ock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rɒk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rɑ:k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08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8523" y="2304177"/>
            <a:ext cx="809228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ineral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mɪnərəl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6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1767" y="2304177"/>
            <a:ext cx="80457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ineral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mɪnərəl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30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704" y="2235237"/>
            <a:ext cx="1008801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cientific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saɪən'tɪfɪk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67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9948" y="2235237"/>
            <a:ext cx="100415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cientific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saɪən'tɪfɪk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71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</cp:revision>
  <dcterms:created xsi:type="dcterms:W3CDTF">2019-04-03T17:32:30Z</dcterms:created>
  <dcterms:modified xsi:type="dcterms:W3CDTF">2019-04-03T17:45:31Z</dcterms:modified>
</cp:coreProperties>
</file>