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1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FC74-E18B-40C0-952D-1A18FC5FB290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016F-B1BE-40B4-8737-C84B4E29E9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91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94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821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FC74-E18B-40C0-952D-1A18FC5FB290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016F-B1BE-40B4-8737-C84B4E29E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9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FC74-E18B-40C0-952D-1A18FC5FB290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016F-B1BE-40B4-8737-C84B4E29E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9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FC74-E18B-40C0-952D-1A18FC5FB290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016F-B1BE-40B4-8737-C84B4E29E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1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FC74-E18B-40C0-952D-1A18FC5FB290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016F-B1BE-40B4-8737-C84B4E29E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1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FC74-E18B-40C0-952D-1A18FC5FB290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016F-B1BE-40B4-8737-C84B4E29E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2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FC74-E18B-40C0-952D-1A18FC5FB290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016F-B1BE-40B4-8737-C84B4E29E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2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FC74-E18B-40C0-952D-1A18FC5FB290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016F-B1BE-40B4-8737-C84B4E29E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1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FC74-E18B-40C0-952D-1A18FC5FB290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8016F-B1BE-40B4-8737-C84B4E29E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8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5FC74-E18B-40C0-952D-1A18FC5FB290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8016F-B1BE-40B4-8737-C84B4E29E9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71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0957" y="2396790"/>
            <a:ext cx="1031160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irlfriend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ɡɜ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lfrend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031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0957" y="2396790"/>
            <a:ext cx="1031160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irlfriend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ɡɜ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lfrend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gái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150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5052" y="2368570"/>
            <a:ext cx="562044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Fed up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/fed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ʌp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99481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5052" y="2368570"/>
            <a:ext cx="562044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Fed up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/fed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ʌp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ngấy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460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2893" y="2149629"/>
            <a:ext cx="648607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fford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ə'fɔ:d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069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9650" y="2149629"/>
            <a:ext cx="653255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fford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ə'fɔ:d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233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1046" y="2128228"/>
            <a:ext cx="940988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egular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reɡjələ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822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4290" y="2128228"/>
            <a:ext cx="936339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egular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reɡjələ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đặn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773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1341" y="2243190"/>
            <a:ext cx="907492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 time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[r]d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taɪm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824104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098" y="2243190"/>
            <a:ext cx="912140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 time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[r]d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taɪm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vất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vả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662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2738" y="2523117"/>
            <a:ext cx="802976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Skip meal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skɪp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mi:l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95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51091" y="2523117"/>
            <a:ext cx="765305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Skip meal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skɪp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mi:l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bữa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359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346" y="2255882"/>
            <a:ext cx="1094883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utritionist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nju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trɪʃənɪst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215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346" y="2255882"/>
            <a:ext cx="1094883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utritionist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nju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trɪʃənɪst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dưỡng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120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3080" y="2407208"/>
            <a:ext cx="823975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eadline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dedlaɪn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631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5866" y="2407208"/>
            <a:ext cx="825418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eadline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dedlaɪn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266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32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</cp:revision>
  <dcterms:created xsi:type="dcterms:W3CDTF">2019-04-05T14:39:55Z</dcterms:created>
  <dcterms:modified xsi:type="dcterms:W3CDTF">2019-04-05T15:21:29Z</dcterms:modified>
</cp:coreProperties>
</file>