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2"/>
  </p:notesMasterIdLst>
  <p:sldIdLst>
    <p:sldId id="280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65" autoAdjust="0"/>
    <p:restoredTop sz="94660"/>
  </p:normalViewPr>
  <p:slideViewPr>
    <p:cSldViewPr snapToGrid="0">
      <p:cViewPr varScale="1">
        <p:scale>
          <a:sx n="74" d="100"/>
          <a:sy n="74" d="100"/>
        </p:scale>
        <p:origin x="504" y="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43F2-B8A0-4AD3-98D4-7578FCCEBAFD}" type="datetimeFigureOut">
              <a:rPr lang="en-US" smtClean="0"/>
              <a:t>12/30/2017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494E0-8417-4D00-B6A0-A941953B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9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C2F4-D2AB-4A26-899C-799CBD3BB3AB}" type="datetime1">
              <a:rPr lang="en-US" smtClean="0"/>
              <a:t>12/30/2017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3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EB1E0-457A-45D6-BE2D-5BFE46E8FF90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2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94BE-137D-4B5A-9E52-14B7CB8A4433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0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FE18-35ED-4BA7-94E6-FDC0DDA19C82}" type="datetime1">
              <a:rPr lang="en-US" smtClean="0"/>
              <a:t>12/30/2017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5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73D35-BDF2-4434-BCC1-82F727E90112}" type="datetime1">
              <a:rPr lang="en-US" smtClean="0"/>
              <a:t>12/30/2017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5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D6C7-107F-4EC0-89DD-86E768A7E4FE}" type="datetime1">
              <a:rPr lang="en-US" smtClean="0"/>
              <a:t>12/30/2017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1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03CD-4879-4DD4-9A5F-DBCAB975B103}" type="datetime1">
              <a:rPr lang="en-US" smtClean="0"/>
              <a:t>12/30/2017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1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B0DD-E73A-4539-92E6-6748AF521BCF}" type="datetime1">
              <a:rPr lang="en-US" smtClean="0"/>
              <a:t>12/30/2017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FB7CA-2B95-4A8E-A047-156577ACDB3C}" type="datetime1">
              <a:rPr lang="en-US" smtClean="0"/>
              <a:t>12/30/2017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92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4DF54-8414-456C-A08D-24EA46BBC623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31F5-8AFB-4340-BA8B-362FF3B2F590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9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BEF1049-C84D-466C-BE1F-5741C5F0F4E4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67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657599" y="1842247"/>
            <a:ext cx="4437529" cy="307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37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woman is dancing.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She is playing guitar.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She is rock climbing.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woman is weight-lifting.</a:t>
            </a:r>
            <a:endParaRPr lang="vi-VN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866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4558553" y="1452282"/>
            <a:ext cx="3119717" cy="395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90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person is putting on ice-skates.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person is putting on shoes.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person is taking off her running shoes.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person is taking off her socks.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339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052482" y="1438835"/>
            <a:ext cx="5715000" cy="359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6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surfer is beside his board.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surfer is in the water.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surfer is on his board.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surfer is on the beach.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43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496235" y="1532965"/>
            <a:ext cx="5405717" cy="348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71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endParaRPr lang="en-US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en-U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A) These are basketballs.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They are bowling balls.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They are tennis balls.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These are golf balls.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66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671046" y="2017059"/>
            <a:ext cx="4666129" cy="313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75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endParaRPr lang="en-US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en-U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A) The man is falling down.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man is going to work.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He is climbing the rocks.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He is jumping in the air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08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tropolita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44E3BB9A-3BF5-4BE4-90CF-48BFABC785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6488</TotalTime>
  <Words>86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THUAN</dc:creator>
  <cp:lastModifiedBy>Welcome</cp:lastModifiedBy>
  <cp:revision>212</cp:revision>
  <dcterms:created xsi:type="dcterms:W3CDTF">2016-09-10T02:24:35Z</dcterms:created>
  <dcterms:modified xsi:type="dcterms:W3CDTF">2017-12-30T03:32:05Z</dcterms:modified>
</cp:coreProperties>
</file>