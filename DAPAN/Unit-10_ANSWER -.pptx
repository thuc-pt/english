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4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6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12/30/2017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924300" y="1790700"/>
            <a:ext cx="45339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plates are full of food.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man and woman have finished eating.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man has already eaten.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woman has no food.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568700" y="2006601"/>
            <a:ext cx="50038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coffee cup has a spoon in it.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coffee cup is empty.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A man is drinking coffee.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A woman is drinking coffee.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0" y="1752601"/>
            <a:ext cx="50419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dishes are next to the sink.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The sink is full of dishes.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dishes are broken.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sink is full of water.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95700" y="1981200"/>
            <a:ext cx="47371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man is preparing food.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man is drying dishes.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man is eating lunch.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man is cleaning the kitchen.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368800" y="1460501"/>
            <a:ext cx="34163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woman is eating lunch with friends.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woman is eating at home.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woman doesn’t have a fork.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The woman is holding a fork.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6491</TotalTime>
  <Words>93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212</cp:revision>
  <dcterms:created xsi:type="dcterms:W3CDTF">2016-09-10T02:24:35Z</dcterms:created>
  <dcterms:modified xsi:type="dcterms:W3CDTF">2017-12-30T03:32:47Z</dcterms:modified>
</cp:coreProperties>
</file>