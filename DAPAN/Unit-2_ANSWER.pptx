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074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6/19/2018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6/19/2018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6/19/2018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6/19/2018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6/19/2018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6/19/2018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6/19/2018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6/19/2018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6/19/2018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6/19/2018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6/19/2018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6/19/2018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6/19/2018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239911" y="1241777"/>
            <a:ext cx="6355644" cy="421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girl looks happy.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girl is sleepy.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girl is angry.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girl is looking out the window.</a:t>
            </a:r>
            <a:endParaRPr lang="vi-VN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447822" y="1083733"/>
            <a:ext cx="3894666" cy="460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girl is telling a joke.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She has an injured arm.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She is asking a question.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girl is reading a book.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413956" y="1478845"/>
            <a:ext cx="3488266" cy="42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(A)The boy is in the kitchen.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He is in the library.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He is in a classroom.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He is at the hospital.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149600" y="1828800"/>
            <a:ext cx="6445956" cy="361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54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54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5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(A</a:t>
            </a: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 The students are passing notes.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boy and girl are holding hands.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They are studying.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students are eating lunch.</a:t>
            </a:r>
            <a:endParaRPr lang="vi-V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5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20534" y="1591733"/>
            <a:ext cx="5983110" cy="33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man is at his desk.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He is in his office.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man is by the entrance.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man is near the board.</a:t>
            </a:r>
            <a:endParaRPr lang="vi-VN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6491</TotalTime>
  <Words>87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2018-06-19T11:03:27Z</dcterms:modified>
</cp:coreProperties>
</file>