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2"/>
  </p:notesMasterIdLst>
  <p:sldIdLst>
    <p:sldId id="280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35" autoAdjust="0"/>
    <p:restoredTop sz="94660"/>
  </p:normalViewPr>
  <p:slideViewPr>
    <p:cSldViewPr snapToGrid="0">
      <p:cViewPr varScale="1">
        <p:scale>
          <a:sx n="74" d="100"/>
          <a:sy n="74" d="100"/>
        </p:scale>
        <p:origin x="546" y="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43F2-B8A0-4AD3-98D4-7578FCCEBAFD}" type="datetimeFigureOut">
              <a:rPr lang="en-US" smtClean="0"/>
              <a:t>12/30/2017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494E0-8417-4D00-B6A0-A941953B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9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C2F4-D2AB-4A26-899C-799CBD3BB3AB}" type="datetime1">
              <a:rPr lang="en-US" smtClean="0"/>
              <a:t>12/30/2017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3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EB1E0-457A-45D6-BE2D-5BFE46E8FF90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2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94BE-137D-4B5A-9E52-14B7CB8A4433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0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FE18-35ED-4BA7-94E6-FDC0DDA19C82}" type="datetime1">
              <a:rPr lang="en-US" smtClean="0"/>
              <a:t>12/30/2017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5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73D35-BDF2-4434-BCC1-82F727E90112}" type="datetime1">
              <a:rPr lang="en-US" smtClean="0"/>
              <a:t>12/30/2017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5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D6C7-107F-4EC0-89DD-86E768A7E4FE}" type="datetime1">
              <a:rPr lang="en-US" smtClean="0"/>
              <a:t>12/30/2017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1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03CD-4879-4DD4-9A5F-DBCAB975B103}" type="datetime1">
              <a:rPr lang="en-US" smtClean="0"/>
              <a:t>12/30/2017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1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B0DD-E73A-4539-92E6-6748AF521BCF}" type="datetime1">
              <a:rPr lang="en-US" smtClean="0"/>
              <a:t>12/30/2017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FB7CA-2B95-4A8E-A047-156577ACDB3C}" type="datetime1">
              <a:rPr lang="en-US" smtClean="0"/>
              <a:t>12/30/2017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92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4DF54-8414-456C-A08D-24EA46BBC623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31F5-8AFB-4340-BA8B-362FF3B2F590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9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BEF1049-C84D-466C-BE1F-5741C5F0F4E4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67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4061012" y="1331260"/>
            <a:ext cx="3886199" cy="427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37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gauge shows that the tank is empty.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gauge shows that the tank is half-empty.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The gauge shows that the tank is full.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gauge is square-shaped.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866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4356847" y="1667435"/>
            <a:ext cx="3334871" cy="410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90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sign means go straight.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sign means do not speed.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sign means do not touch.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sign means touch.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339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2716306" y="1869141"/>
            <a:ext cx="6024281" cy="337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6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This is a map.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This is a television.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This is a book.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This is a blanket.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43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4155141" y="1237129"/>
            <a:ext cx="3913094" cy="466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71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endParaRPr lang="en-US" sz="6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en-US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A) The astronauts are in the rocket.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rocket is taking off.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people are taking pictures of the rocket.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rocket is landing.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66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4424082" y="1559859"/>
            <a:ext cx="3281083" cy="393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75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woman is looking around the microscope.</a:t>
            </a:r>
            <a:b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5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</a:t>
            </a: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She is looking for the microscope.</a:t>
            </a:r>
            <a:b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She is looking through the microscope.</a:t>
            </a:r>
            <a:b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woman is looking at the microscope.</a:t>
            </a:r>
            <a:endParaRPr lang="vi-VN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08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tropolita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44E3BB9A-3BF5-4BE4-90CF-48BFABC785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6488</TotalTime>
  <Words>88</Words>
  <Application>Microsoft Office PowerPoint</Application>
  <PresentationFormat>Widescreen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THUAN</dc:creator>
  <cp:lastModifiedBy>Welcome</cp:lastModifiedBy>
  <cp:revision>212</cp:revision>
  <dcterms:created xsi:type="dcterms:W3CDTF">2016-09-10T02:24:35Z</dcterms:created>
  <dcterms:modified xsi:type="dcterms:W3CDTF">2017-12-30T03:35:49Z</dcterms:modified>
</cp:coreProperties>
</file>