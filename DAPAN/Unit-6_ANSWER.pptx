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491318" y="1223683"/>
            <a:ext cx="3267635" cy="43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children are waiting to get on the bus.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kids are eating lunch.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A girl is getting off the bus.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bus is stuck in traffic.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65176" y="1532966"/>
            <a:ext cx="50291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telescope is being used.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weather is not good.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view looks out on a park.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This is used to see things far away.</a:t>
            </a:r>
            <a:endParaRPr lang="vi-V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39988" y="1102659"/>
            <a:ext cx="4424083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There are two people on the balcony.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flowers are around the room.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There are flowers on the balcony.</a:t>
            </a:r>
            <a:b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hotel has few guests.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58554" y="1559859"/>
            <a:ext cx="2958352" cy="38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woman is waiting for her luggage.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woman is checking in her luggage.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woman is walking with her luggage.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luggage is next to the door.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78624" y="1761566"/>
            <a:ext cx="4706469" cy="34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There are many tourists in front of the building.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There are very few people in front of the building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weather is hot and sunny.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people are dancing.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6490</TotalTime>
  <Words>94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2017-12-30T03:30:43Z</dcterms:modified>
</cp:coreProperties>
</file>