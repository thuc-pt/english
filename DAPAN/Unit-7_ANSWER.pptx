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2"/>
  </p:notes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245" autoAdjust="0"/>
    <p:restoredTop sz="94660"/>
  </p:normalViewPr>
  <p:slideViewPr>
    <p:cSldViewPr snapToGrid="0">
      <p:cViewPr varScale="1">
        <p:scale>
          <a:sx n="71" d="100"/>
          <a:sy n="71" d="100"/>
        </p:scale>
        <p:origin x="-216" y="-33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12/28/2017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12/28/2017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12/28/2017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12/28/2017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12/28/2017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12/28/2017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479800" y="1765300"/>
            <a:ext cx="47498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7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endParaRPr lang="en-US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A) The person is cooking food.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person is planting a flower.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person is working with clay.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person is playing a musical instrument.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6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913094" y="1519518"/>
            <a:ext cx="4948518" cy="369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0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girl is looking in a mirror.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She is reading a book.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She is painting a picture.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girl is using a computer.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3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262718" y="1048871"/>
            <a:ext cx="3321423" cy="385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6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building is on the lake.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building is in the mountains.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building is in the field.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building is in the forest.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43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020671" y="1425388"/>
            <a:ext cx="4007223" cy="430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1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US" sz="6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A) These women are dancing.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They are playing sports.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These women are walking to school.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They are swimming.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6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818964" y="1734671"/>
            <a:ext cx="4464423" cy="349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75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A) This is a picture of some trees.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These are a few statues.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These are tourists on holiday.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These are actors in a movie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0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6489</TotalTime>
  <Words>99</Words>
  <Application>Microsoft Office PowerPoint</Application>
  <PresentationFormat>Custom</PresentationFormat>
  <Paragraphs>43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AutoBVT</cp:lastModifiedBy>
  <cp:revision>211</cp:revision>
  <dcterms:created xsi:type="dcterms:W3CDTF">2016-09-10T02:24:35Z</dcterms:created>
  <dcterms:modified xsi:type="dcterms:W3CDTF">2017-12-28T10:11:53Z</dcterms:modified>
</cp:coreProperties>
</file>