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2"/>
  </p:notesMasterIdLst>
  <p:sldIdLst>
    <p:sldId id="280" r:id="rId2"/>
    <p:sldId id="281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1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8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E43F2-B8A0-4AD3-98D4-7578FCCEBAFD}" type="datetimeFigureOut">
              <a:rPr lang="en-US" smtClean="0"/>
              <a:t>12/30/2017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E494E0-8417-4D00-B6A0-A941953BE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797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C2F4-D2AB-4A26-899C-799CBD3BB3AB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3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EB1E0-457A-45D6-BE2D-5BFE46E8FF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25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94BE-137D-4B5A-9E52-14B7CB8A443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FE18-35ED-4BA7-94E6-FDC0DDA19C82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5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73D35-BDF2-4434-BCC1-82F727E90112}" type="datetime1">
              <a:rPr lang="en-US" smtClean="0"/>
              <a:t>12/30/2017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7D6C7-107F-4EC0-89DD-86E768A7E4FE}" type="datetime1">
              <a:rPr lang="en-US" smtClean="0"/>
              <a:t>12/30/2017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14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F03CD-4879-4DD4-9A5F-DBCAB975B103}" type="datetime1">
              <a:rPr lang="en-US" smtClean="0"/>
              <a:t>12/30/2017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15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1B0DD-E73A-4539-92E6-6748AF521BCF}" type="datetime1">
              <a:rPr lang="en-US" smtClean="0"/>
              <a:t>12/30/2017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8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FB7CA-2B95-4A8E-A047-156577ACDB3C}" type="datetime1">
              <a:rPr lang="en-US" smtClean="0"/>
              <a:t>12/30/2017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4DF54-8414-456C-A08D-24EA46BBC623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1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31F5-8AFB-4340-BA8B-362FF3B2F590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90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3BEF1049-C84D-466C-BE1F-5741C5F0F4E4}" type="datetime1">
              <a:rPr lang="en-US" smtClean="0"/>
              <a:t>12/30/2017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 smtClean="0"/>
              <a:t>Designed by Nguyễn Đăng Hải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1866EFC0-259D-475C-A481-601644BF0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674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45860" y="2017059"/>
            <a:ext cx="4531658" cy="341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7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actresses are making a movie.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They are leaving the theater.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two women are watching a show.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actresses are in costume.</a:t>
            </a:r>
            <a:endParaRPr lang="vi-VN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6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370294" y="1035424"/>
            <a:ext cx="3765177" cy="43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0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holding flowers.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man gave the woman flowers.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movie theater is closed.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There are many people waiting in line.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3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402106" y="1613648"/>
            <a:ext cx="5109882" cy="338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woman is wearing headphones.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woman is singing on stage.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She is speaking to a small audience.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She is turning on the machine.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043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684494" y="1842247"/>
            <a:ext cx="5271247" cy="367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1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people are watching a movie.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people are making a sign.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people are in a theater.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people are buying tickets.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6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rm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845859" y="1761565"/>
            <a:ext cx="4921623" cy="334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7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288982" cy="6858000"/>
          </a:xfrm>
        </p:spPr>
        <p:txBody>
          <a:bodyPr>
            <a:noAutofit/>
          </a:bodyPr>
          <a:lstStyle/>
          <a:p>
            <a:pPr algn="ctr"/>
            <a:endParaRPr lang="en-US" sz="60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anose="02020603050405020304" pitchFamily="18" charset="0"/>
            </a:endParaRPr>
          </a:p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(A) The man is selling tickets.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(B) The man is watching a sad movie.</a:t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(C) The man is laughing.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(D) The man is sitting at home.</a:t>
            </a:r>
            <a:endParaRPr lang="vi-V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vi-V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772893" y="6629400"/>
            <a:ext cx="5029200" cy="228600"/>
          </a:xfrm>
        </p:spPr>
        <p:txBody>
          <a:bodyPr/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8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tropolitan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44E3BB9A-3BF5-4BE4-90CF-48BFABC7851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6491</TotalTime>
  <Words>87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THUAN</dc:creator>
  <cp:lastModifiedBy>Welcome</cp:lastModifiedBy>
  <cp:revision>212</cp:revision>
  <dcterms:created xsi:type="dcterms:W3CDTF">2016-09-10T02:24:35Z</dcterms:created>
  <dcterms:modified xsi:type="dcterms:W3CDTF">2017-12-30T03:29:39Z</dcterms:modified>
</cp:coreProperties>
</file>