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0" r:id="rId1"/>
  </p:sldMasterIdLst>
  <p:notesMasterIdLst>
    <p:notesMasterId r:id="rId12"/>
  </p:notesMasterIdLst>
  <p:sldIdLst>
    <p:sldId id="280" r:id="rId2"/>
    <p:sldId id="281" r:id="rId3"/>
    <p:sldId id="282" r:id="rId4"/>
    <p:sldId id="283" r:id="rId5"/>
    <p:sldId id="284" r:id="rId6"/>
    <p:sldId id="285" r:id="rId7"/>
    <p:sldId id="286" r:id="rId8"/>
    <p:sldId id="287" r:id="rId9"/>
    <p:sldId id="288" r:id="rId10"/>
    <p:sldId id="28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176" autoAdjust="0"/>
    <p:restoredTop sz="94660"/>
  </p:normalViewPr>
  <p:slideViewPr>
    <p:cSldViewPr snapToGrid="0">
      <p:cViewPr varScale="1">
        <p:scale>
          <a:sx n="74" d="100"/>
          <a:sy n="74" d="100"/>
        </p:scale>
        <p:origin x="528" y="24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FE43F2-B8A0-4AD3-98D4-7578FCCEBAFD}" type="datetimeFigureOut">
              <a:rPr lang="en-US" smtClean="0"/>
              <a:t>12/30/2017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E494E0-8417-4D00-B6A0-A941953BEA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797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0C2F4-D2AB-4A26-899C-799CBD3BB3AB}" type="datetime1">
              <a:rPr lang="en-US" smtClean="0"/>
              <a:t>12/30/2017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737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EB1E0-457A-45D6-BE2D-5BFE46E8FF90}" type="datetime1">
              <a:rPr lang="en-US" smtClean="0"/>
              <a:t>12/30/2017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9255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F94BE-137D-4B5A-9E52-14B7CB8A4433}" type="datetime1">
              <a:rPr lang="en-US" smtClean="0"/>
              <a:t>12/30/2017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600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7FE18-35ED-4BA7-94E6-FDC0DDA19C82}" type="datetime1">
              <a:rPr lang="en-US" smtClean="0"/>
              <a:t>12/30/2017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450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73D35-BDF2-4434-BCC1-82F727E90112}" type="datetime1">
              <a:rPr lang="en-US" smtClean="0"/>
              <a:t>12/30/2017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659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7D6C7-107F-4EC0-89DD-86E768A7E4FE}" type="datetime1">
              <a:rPr lang="en-US" smtClean="0"/>
              <a:t>12/30/2017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4146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F03CD-4879-4DD4-9A5F-DBCAB975B103}" type="datetime1">
              <a:rPr lang="en-US" smtClean="0"/>
              <a:t>12/30/2017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815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1B0DD-E73A-4539-92E6-6748AF521BCF}" type="datetime1">
              <a:rPr lang="en-US" smtClean="0"/>
              <a:t>12/30/2017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87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FB7CA-2B95-4A8E-A047-156577ACDB3C}" type="datetime1">
              <a:rPr lang="en-US" smtClean="0"/>
              <a:t>12/30/2017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4920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4DF54-8414-456C-A08D-24EA46BBC623}" type="datetime1">
              <a:rPr lang="en-US" smtClean="0"/>
              <a:t>12/30/2017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431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A31F5-8AFB-4340-BA8B-362FF3B2F590}" type="datetime1">
              <a:rPr lang="en-US" smtClean="0"/>
              <a:t>12/30/2017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2908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3BEF1049-C84D-466C-BE1F-5741C5F0F4E4}" type="datetime1">
              <a:rPr lang="en-US" smtClean="0"/>
              <a:t>12/30/2017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tx1">
                    <a:alpha val="20000"/>
                  </a:schemeClr>
                </a:solidFill>
                <a:latin typeface="+mj-lt"/>
              </a:defRPr>
            </a:lvl1pPr>
          </a:lstStyle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66740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</p:sldLayoutIdLst>
  <p:hf sldNum="0"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347472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0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60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endParaRPr lang="en-US" sz="6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3425780" y="1262130"/>
            <a:ext cx="6503832" cy="4211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376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r>
              <a:rPr lang="vi-VN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vi-VN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(A) The boy is watching television.</a:t>
            </a:r>
            <a:b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(B) The boy is doing homework.</a:t>
            </a:r>
            <a:b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0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(C) The boy is eating.</a:t>
            </a: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(D) The boy is making lunch.</a:t>
            </a:r>
            <a:endParaRPr lang="vi-VN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endParaRPr lang="en-US" sz="6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1866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0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60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endParaRPr lang="en-US" sz="6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4237149" y="1030310"/>
            <a:ext cx="3825026" cy="4391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907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endParaRPr lang="en-US" sz="60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(A) The box is full of toys.</a:t>
            </a:r>
            <a:b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(B) The bowls and plates are broken.</a:t>
            </a:r>
            <a:b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0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(C) </a:t>
            </a: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The dishwasher is almost full.</a:t>
            </a:r>
            <a:b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(D) The dishes are in the refrigerator.</a:t>
            </a:r>
            <a:endParaRPr lang="vi-VN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6339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0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60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endParaRPr lang="en-US" sz="6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3065172" y="1725769"/>
            <a:ext cx="5898524" cy="3142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960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Autofit/>
          </a:bodyPr>
          <a:lstStyle/>
          <a:p>
            <a:endParaRPr lang="en-US" sz="60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r>
              <a:rPr lang="en-US" sz="60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(A) The boy is in front of the computer.</a:t>
            </a: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(B) The boy is looking behind the computer.</a:t>
            </a:r>
            <a:b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(C) The computer is next to a desk.</a:t>
            </a:r>
            <a:b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(D) The boy is fixing the computer.</a:t>
            </a:r>
            <a:endParaRPr lang="vi-VN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endParaRPr lang="en-US" sz="6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0435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0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60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endParaRPr lang="en-US" sz="6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3142445" y="1043189"/>
            <a:ext cx="6065949" cy="3863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9719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Autofit/>
          </a:bodyPr>
          <a:lstStyle/>
          <a:p>
            <a:pPr algn="ctr"/>
            <a:endParaRPr lang="en-US" sz="60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(A) The man is sitting by the bed.</a:t>
            </a:r>
            <a:b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(B) The curtains are closed.</a:t>
            </a:r>
            <a:b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0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(C) There is no furniture in the room.</a:t>
            </a: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(D) The man is watching television.</a:t>
            </a:r>
            <a:endParaRPr lang="vi-VN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endParaRPr lang="en-US" sz="6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466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0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60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endParaRPr lang="en-US" sz="6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4855335" y="1403798"/>
            <a:ext cx="2910626" cy="3902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375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Autofit/>
          </a:bodyPr>
          <a:lstStyle/>
          <a:p>
            <a:pPr algn="ctr"/>
            <a:endParaRPr lang="en-US" sz="60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r>
              <a:rPr lang="en-US" sz="60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(A) The man is cleaning the room.</a:t>
            </a:r>
            <a:br>
              <a:rPr lang="en-US" sz="60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(B) They are having a party.</a:t>
            </a:r>
            <a:b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(C) The man is in the garden.</a:t>
            </a:r>
            <a:b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(D) The man has a car.</a:t>
            </a:r>
            <a:endParaRPr lang="vi-VN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endParaRPr lang="en-US" sz="6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108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etropolitan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Metropolitan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44E3BB9A-3BF5-4BE4-90CF-48BFABC7851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TM03457491[[fn=Metropolitan]]</Template>
  <TotalTime>6490</TotalTime>
  <Words>93</Words>
  <Application>Microsoft Office PowerPoint</Application>
  <PresentationFormat>Widescreen</PresentationFormat>
  <Paragraphs>42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Metropolitan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VAN THUAN</dc:creator>
  <cp:lastModifiedBy>Welcome</cp:lastModifiedBy>
  <cp:revision>212</cp:revision>
  <dcterms:created xsi:type="dcterms:W3CDTF">2016-09-10T02:24:35Z</dcterms:created>
  <dcterms:modified xsi:type="dcterms:W3CDTF">2017-12-30T03:29:23Z</dcterms:modified>
</cp:coreProperties>
</file>