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0" r:id="rId1"/>
  </p:sldMasterIdLst>
  <p:notesMasterIdLst>
    <p:notesMasterId r:id="rId12"/>
  </p:notesMasterIdLst>
  <p:sldIdLst>
    <p:sldId id="280" r:id="rId2"/>
    <p:sldId id="281" r:id="rId3"/>
    <p:sldId id="282" r:id="rId4"/>
    <p:sldId id="283" r:id="rId5"/>
    <p:sldId id="284" r:id="rId6"/>
    <p:sldId id="285" r:id="rId7"/>
    <p:sldId id="286" r:id="rId8"/>
    <p:sldId id="287" r:id="rId9"/>
    <p:sldId id="288" r:id="rId10"/>
    <p:sldId id="289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372" y="54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FE43F2-B8A0-4AD3-98D4-7578FCCEBAFD}" type="datetimeFigureOut">
              <a:rPr lang="en-US" smtClean="0"/>
              <a:t>12/30/2017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8E494E0-8417-4D00-B6A0-A941953BEA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47973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3504" y="770467"/>
            <a:ext cx="10782300" cy="3352800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8800" spc="-120" baseline="0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67512" y="4206876"/>
            <a:ext cx="9228201" cy="1645920"/>
          </a:xfrm>
        </p:spPr>
        <p:txBody>
          <a:bodyPr>
            <a:normAutofit/>
          </a:bodyPr>
          <a:lstStyle>
            <a:lvl1pPr marL="0" indent="0" algn="l">
              <a:buNone/>
              <a:defRPr sz="3200">
                <a:solidFill>
                  <a:schemeClr val="tx1"/>
                </a:solidFill>
                <a:latin typeface="+mj-lt"/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D0C2F4-D2AB-4A26-899C-799CBD3BB3AB}" type="datetime1">
              <a:rPr lang="en-US" smtClean="0"/>
              <a:t>12/30/2017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Designed by Nguyễn Đăng Hải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6EFC0-259D-475C-A481-601644BF0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27372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0EB1E0-457A-45D6-BE2D-5BFE46E8FF90}" type="datetime1">
              <a:rPr lang="en-US" smtClean="0"/>
              <a:t>12/30/2017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Designed by Nguyễn Đăng Hải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6EFC0-259D-475C-A481-601644BF0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19255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767419"/>
            <a:ext cx="10780776" cy="3355848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8800" b="0" baseline="0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7512" y="4204209"/>
            <a:ext cx="9226296" cy="1645920"/>
          </a:xfrm>
        </p:spPr>
        <p:txBody>
          <a:bodyPr anchor="t">
            <a:normAutofit/>
          </a:bodyPr>
          <a:lstStyle>
            <a:lvl1pPr marL="0" indent="0">
              <a:buNone/>
              <a:defRPr sz="320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BF94BE-137D-4B5A-9E52-14B7CB8A4433}" type="datetime1">
              <a:rPr lang="en-US" smtClean="0"/>
              <a:t>12/30/2017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Designed by Nguyễn Đăng Hải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6EFC0-259D-475C-A481-601644BF0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16008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6656" y="1998134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11330" y="1998134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77FE18-35ED-4BA7-94E6-FDC0DDA19C82}" type="datetime1">
              <a:rPr lang="en-US" smtClean="0"/>
              <a:t>12/30/2017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Designed by Nguyễn Đăng Hải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6EFC0-259D-475C-A481-601644BF0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64507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40467"/>
            <a:ext cx="4663440" cy="723400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6656" y="2753084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07608" y="2038435"/>
            <a:ext cx="4663440" cy="722376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007608" y="2750990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C73D35-BDF2-4434-BCC1-82F727E90112}" type="datetime1">
              <a:rPr lang="en-US" smtClean="0"/>
              <a:t>12/30/2017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Designed by Nguyễn Đăng Hải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6EFC0-259D-475C-A481-601644BF0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16595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7D6C7-107F-4EC0-89DD-86E768A7E4FE}" type="datetime1">
              <a:rPr lang="en-US" smtClean="0"/>
              <a:t>12/30/2017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Designed by Nguyễn Đăng Hải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6EFC0-259D-475C-A481-601644BF0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34146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F03CD-4879-4DD4-9A5F-DBCAB975B103}" type="datetime1">
              <a:rPr lang="en-US" smtClean="0"/>
              <a:t>12/30/2017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Designed by Nguyễn Đăng Hải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6EFC0-259D-475C-A481-601644BF0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88150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0" y="0"/>
            <a:ext cx="457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8261404" y="542282"/>
            <a:ext cx="3383280" cy="1920240"/>
          </a:xfrm>
        </p:spPr>
        <p:txBody>
          <a:bodyPr anchor="b">
            <a:noAutofit/>
          </a:bodyPr>
          <a:lstStyle>
            <a:lvl1pPr>
              <a:lnSpc>
                <a:spcPct val="85000"/>
              </a:lnSpc>
              <a:defRPr sz="400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762000"/>
            <a:ext cx="6096000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75982" y="2511813"/>
            <a:ext cx="3398520" cy="3126987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31B0DD-E73A-4539-92E6-6748AF521BCF}" type="datetime1">
              <a:rPr lang="en-US" smtClean="0"/>
              <a:t>12/30/2017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Designed by Nguyễn Đăng Hải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0000"/>
                  </a:srgbClr>
                </a:solidFill>
              </a:defRPr>
            </a:lvl1pPr>
          </a:lstStyle>
          <a:p>
            <a:fld id="{1866EFC0-259D-475C-A481-601644BF0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4876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9224" y="5418667"/>
            <a:ext cx="10780776" cy="613283"/>
          </a:xfrm>
        </p:spPr>
        <p:txBody>
          <a:bodyPr anchor="b">
            <a:normAutofit/>
          </a:bodyPr>
          <a:lstStyle>
            <a:lvl1pPr>
              <a:defRPr sz="3200" b="0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2192000" cy="5330952"/>
          </a:xfrm>
          <a:solidFill>
            <a:schemeClr val="accent1">
              <a:lumMod val="20000"/>
              <a:lumOff val="80000"/>
            </a:schemeClr>
          </a:solidFill>
        </p:spPr>
        <p:txBody>
          <a:bodyPr anchor="t"/>
          <a:lstStyle>
            <a:lvl1pPr marL="0" indent="0" algn="ctr">
              <a:spcBef>
                <a:spcPts val="800"/>
              </a:spcBef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656" y="5909735"/>
            <a:ext cx="9229344" cy="5334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FB7CA-2B95-4A8E-A047-156577ACDB3C}" type="datetime1">
              <a:rPr lang="en-US" smtClean="0"/>
              <a:t>12/30/2017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Designed by Nguyễn Đăng Hải</a:t>
            </a:r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6EFC0-259D-475C-A481-601644BF0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84920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74DF54-8414-456C-A08D-24EA46BBC623}" type="datetime1">
              <a:rPr lang="en-US" smtClean="0"/>
              <a:t>12/30/2017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Designed by Nguyễn Đăng Hải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6EFC0-259D-475C-A481-601644BF0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54314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43950" y="695325"/>
            <a:ext cx="2628900" cy="48006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1525" y="714375"/>
            <a:ext cx="7734300" cy="5400675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6A31F5-8AFB-4340-BA8B-362FF3B2F590}" type="datetime1">
              <a:rPr lang="en-US" smtClean="0"/>
              <a:t>12/30/2017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Designed by Nguyễn Đăng Hải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6EFC0-259D-475C-A481-601644BF0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32908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57224" y="499533"/>
            <a:ext cx="10772775" cy="16581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11680"/>
            <a:ext cx="10753725" cy="37661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5800" y="6412447"/>
            <a:ext cx="41148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fld id="{3BEF1049-C84D-466C-BE1F-5741C5F0F4E4}" type="datetime1">
              <a:rPr lang="en-US" smtClean="0"/>
              <a:t>12/30/2017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554697"/>
            <a:ext cx="5029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 cap="all" baseline="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r>
              <a:rPr lang="en-US" smtClean="0"/>
              <a:t>Designed by Nguyễn Đăng Hải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926" y="5876412"/>
            <a:ext cx="2926080" cy="139703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300" b="0">
                <a:ln>
                  <a:noFill/>
                </a:ln>
                <a:solidFill>
                  <a:schemeClr val="tx1">
                    <a:alpha val="20000"/>
                  </a:schemeClr>
                </a:solidFill>
                <a:latin typeface="+mj-lt"/>
              </a:defRPr>
            </a:lvl1pPr>
          </a:lstStyle>
          <a:p>
            <a:fld id="{1866EFC0-259D-475C-A481-601644BF0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66740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51" r:id="rId1"/>
    <p:sldLayoutId id="2147483752" r:id="rId2"/>
    <p:sldLayoutId id="2147483753" r:id="rId3"/>
    <p:sldLayoutId id="2147483754" r:id="rId4"/>
    <p:sldLayoutId id="2147483755" r:id="rId5"/>
    <p:sldLayoutId id="2147483756" r:id="rId6"/>
    <p:sldLayoutId id="2147483757" r:id="rId7"/>
    <p:sldLayoutId id="2147483758" r:id="rId8"/>
    <p:sldLayoutId id="2147483759" r:id="rId9"/>
    <p:sldLayoutId id="2147483760" r:id="rId10"/>
    <p:sldLayoutId id="2147483761" r:id="rId11"/>
  </p:sldLayoutIdLst>
  <p:hf sldNum="0" hd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5400" kern="1200" spc="-12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85000"/>
        </a:lnSpc>
        <a:spcBef>
          <a:spcPts val="1300"/>
        </a:spcBef>
        <a:buFont typeface="Arial" pitchFamily="34" charset="0"/>
        <a:buChar char=" "/>
        <a:defRPr sz="24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347472" indent="-3429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48640" indent="-54864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000" i="1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822960" indent="-82296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1097280" indent="-109728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12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14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16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18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0"/>
            <a:ext cx="12288982" cy="6858000"/>
          </a:xfrm>
        </p:spPr>
        <p:txBody>
          <a:bodyPr>
            <a:normAutofit/>
          </a:bodyPr>
          <a:lstStyle/>
          <a:p>
            <a:pPr algn="ctr"/>
            <a:endParaRPr lang="en-US" sz="60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endParaRPr lang="en-US" sz="60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60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vi-VN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/>
            </a:r>
            <a:br>
              <a:rPr lang="vi-VN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</a:br>
            <a:endParaRPr lang="en-US" sz="60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772893" y="6629400"/>
            <a:ext cx="5029200" cy="228600"/>
          </a:xfrm>
        </p:spPr>
        <p:txBody>
          <a:bodyPr/>
          <a:lstStyle/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/>
          <p:nvPr/>
        </p:nvPicPr>
        <p:blipFill>
          <a:blip r:embed="rId2"/>
          <a:stretch>
            <a:fillRect/>
          </a:stretch>
        </p:blipFill>
        <p:spPr>
          <a:xfrm>
            <a:off x="3886200" y="1917701"/>
            <a:ext cx="4483100" cy="311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83766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0"/>
            <a:ext cx="12288982" cy="6858000"/>
          </a:xfrm>
        </p:spPr>
        <p:txBody>
          <a:bodyPr>
            <a:normAutofit/>
          </a:bodyPr>
          <a:lstStyle/>
          <a:p>
            <a:endParaRPr lang="en-US" sz="60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  <a:p>
            <a:r>
              <a:rPr lang="en-US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A) The woman is listening to music.</a:t>
            </a:r>
            <a:b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</a:br>
            <a:r>
              <a:rPr lang="en-US" sz="60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(B) The woman is buying some CDs.</a:t>
            </a:r>
            <a: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</a:br>
            <a: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(C) The woman is holding a CD.</a:t>
            </a:r>
            <a:b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</a:br>
            <a: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(D) The woman is recording a CD.</a:t>
            </a:r>
            <a:endParaRPr lang="vi-VN" sz="6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772893" y="6629400"/>
            <a:ext cx="5029200" cy="228600"/>
          </a:xfrm>
        </p:spPr>
        <p:txBody>
          <a:bodyPr/>
          <a:lstStyle/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18661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0"/>
            <a:ext cx="12288982" cy="6858000"/>
          </a:xfrm>
        </p:spPr>
        <p:txBody>
          <a:bodyPr>
            <a:normAutofit/>
          </a:bodyPr>
          <a:lstStyle/>
          <a:p>
            <a:pPr algn="ctr"/>
            <a:endParaRPr lang="en-US" sz="60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endParaRPr lang="en-US" sz="60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60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vi-VN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/>
            </a:r>
            <a:br>
              <a:rPr lang="vi-VN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</a:br>
            <a:endParaRPr lang="en-US" sz="60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772893" y="6629400"/>
            <a:ext cx="5029200" cy="228600"/>
          </a:xfrm>
        </p:spPr>
        <p:txBody>
          <a:bodyPr/>
          <a:lstStyle/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/>
          <p:nvPr/>
        </p:nvPicPr>
        <p:blipFill>
          <a:blip r:embed="rId2"/>
          <a:stretch>
            <a:fillRect/>
          </a:stretch>
        </p:blipFill>
        <p:spPr>
          <a:xfrm>
            <a:off x="3657600" y="1640541"/>
            <a:ext cx="4881282" cy="3348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19075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0"/>
            <a:ext cx="12288982" cy="6858000"/>
          </a:xfrm>
        </p:spPr>
        <p:txBody>
          <a:bodyPr>
            <a:normAutofit/>
          </a:bodyPr>
          <a:lstStyle/>
          <a:p>
            <a:endParaRPr lang="en-US" sz="60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  <a:p>
            <a:r>
              <a:rPr lang="en-US" sz="60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60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A) The cassette tape is damaged</a:t>
            </a:r>
            <a:r>
              <a:rPr lang="en-US" sz="60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.</a:t>
            </a:r>
            <a: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</a:br>
            <a: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(B</a:t>
            </a:r>
            <a:r>
              <a:rPr lang="en-US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) The cassette tape is brand-new.</a:t>
            </a:r>
            <a: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</a:br>
            <a: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(C) The cassette tape is on sale.</a:t>
            </a:r>
            <a:b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</a:br>
            <a: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(D) There are many cassette tapes on the keyboard.</a:t>
            </a:r>
            <a:endParaRPr lang="vi-VN" sz="6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772893" y="6629400"/>
            <a:ext cx="5029200" cy="228600"/>
          </a:xfrm>
        </p:spPr>
        <p:txBody>
          <a:bodyPr/>
          <a:lstStyle/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63392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0"/>
            <a:ext cx="12288982" cy="6858000"/>
          </a:xfrm>
        </p:spPr>
        <p:txBody>
          <a:bodyPr>
            <a:normAutofit/>
          </a:bodyPr>
          <a:lstStyle/>
          <a:p>
            <a:pPr algn="ctr"/>
            <a:endParaRPr lang="en-US" sz="60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endParaRPr lang="en-US" sz="60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60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vi-VN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/>
            </a:r>
            <a:br>
              <a:rPr lang="vi-VN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</a:br>
            <a:endParaRPr lang="en-US" sz="60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772893" y="6629400"/>
            <a:ext cx="5029200" cy="228600"/>
          </a:xfrm>
        </p:spPr>
        <p:txBody>
          <a:bodyPr/>
          <a:lstStyle/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/>
          <p:nvPr/>
        </p:nvPicPr>
        <p:blipFill>
          <a:blip r:embed="rId2"/>
          <a:stretch>
            <a:fillRect/>
          </a:stretch>
        </p:blipFill>
        <p:spPr>
          <a:xfrm>
            <a:off x="3509683" y="1452283"/>
            <a:ext cx="5177118" cy="3550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79602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0"/>
            <a:ext cx="12288982" cy="6858000"/>
          </a:xfrm>
        </p:spPr>
        <p:txBody>
          <a:bodyPr>
            <a:noAutofit/>
          </a:bodyPr>
          <a:lstStyle/>
          <a:p>
            <a: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(A) There are many fans on the stage.</a:t>
            </a:r>
            <a:b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</a:br>
            <a: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(B) There is no one on the stage.</a:t>
            </a:r>
            <a:b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</a:br>
            <a:r>
              <a:rPr lang="en-US" sz="60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(C) There are some musicians on the stage.</a:t>
            </a:r>
            <a: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</a:br>
            <a: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(D) There are several bands on the stage.</a:t>
            </a:r>
            <a:endParaRPr lang="vi-VN" sz="6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772893" y="6629400"/>
            <a:ext cx="5029200" cy="228600"/>
          </a:xfrm>
        </p:spPr>
        <p:txBody>
          <a:bodyPr/>
          <a:lstStyle/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04355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0"/>
            <a:ext cx="12288982" cy="6858000"/>
          </a:xfrm>
        </p:spPr>
        <p:txBody>
          <a:bodyPr>
            <a:normAutofit/>
          </a:bodyPr>
          <a:lstStyle/>
          <a:p>
            <a:pPr algn="ctr"/>
            <a:endParaRPr lang="en-US" sz="60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endParaRPr lang="en-US" sz="60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60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vi-VN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/>
            </a:r>
            <a:br>
              <a:rPr lang="vi-VN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</a:br>
            <a:endParaRPr lang="en-US" sz="60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772893" y="6629400"/>
            <a:ext cx="5029200" cy="228600"/>
          </a:xfrm>
        </p:spPr>
        <p:txBody>
          <a:bodyPr/>
          <a:lstStyle/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/>
          <p:nvPr/>
        </p:nvPicPr>
        <p:blipFill>
          <a:blip r:embed="rId2"/>
          <a:stretch>
            <a:fillRect/>
          </a:stretch>
        </p:blipFill>
        <p:spPr>
          <a:xfrm>
            <a:off x="3590365" y="1869142"/>
            <a:ext cx="5136776" cy="320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97195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0"/>
            <a:ext cx="12288982" cy="6858000"/>
          </a:xfrm>
        </p:spPr>
        <p:txBody>
          <a:bodyPr>
            <a:noAutofit/>
          </a:bodyPr>
          <a:lstStyle/>
          <a:p>
            <a:endParaRPr lang="en-US" sz="60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  <a:p>
            <a:r>
              <a:rPr lang="en-US" sz="60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60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A) The guitar is in its case.</a:t>
            </a:r>
            <a: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</a:br>
            <a: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(B) The guitar is under the table.</a:t>
            </a:r>
            <a:b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</a:br>
            <a: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(C) The guitar is against the wall.</a:t>
            </a:r>
            <a:b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</a:br>
            <a: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(D) The guitar is broken.</a:t>
            </a:r>
            <a:endParaRPr lang="vi-VN" sz="6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772893" y="6629400"/>
            <a:ext cx="5029200" cy="228600"/>
          </a:xfrm>
        </p:spPr>
        <p:txBody>
          <a:bodyPr/>
          <a:lstStyle/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4663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0"/>
            <a:ext cx="12288982" cy="6858000"/>
          </a:xfrm>
        </p:spPr>
        <p:txBody>
          <a:bodyPr>
            <a:normAutofit/>
          </a:bodyPr>
          <a:lstStyle/>
          <a:p>
            <a:pPr algn="ctr"/>
            <a:endParaRPr lang="en-US" sz="60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endParaRPr lang="en-US" sz="60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60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vi-VN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/>
            </a:r>
            <a:br>
              <a:rPr lang="vi-VN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</a:br>
            <a:endParaRPr lang="en-US" sz="60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772893" y="6629400"/>
            <a:ext cx="5029200" cy="228600"/>
          </a:xfrm>
        </p:spPr>
        <p:txBody>
          <a:bodyPr/>
          <a:lstStyle/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/>
          <p:nvPr/>
        </p:nvPicPr>
        <p:blipFill>
          <a:blip r:embed="rId2"/>
          <a:stretch>
            <a:fillRect/>
          </a:stretch>
        </p:blipFill>
        <p:spPr>
          <a:xfrm>
            <a:off x="4531659" y="712695"/>
            <a:ext cx="3818964" cy="4706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13752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0"/>
            <a:ext cx="12288982" cy="6858000"/>
          </a:xfrm>
        </p:spPr>
        <p:txBody>
          <a:bodyPr>
            <a:noAutofit/>
          </a:bodyPr>
          <a:lstStyle/>
          <a:p>
            <a:pPr algn="ctr"/>
            <a:endParaRPr lang="en-US" sz="60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(A) The children are studying.</a:t>
            </a:r>
            <a:b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</a:br>
            <a: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(B) The children are fighting.</a:t>
            </a:r>
            <a:b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</a:br>
            <a: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(C) The children are playing music.</a:t>
            </a:r>
            <a:b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</a:br>
            <a:r>
              <a:rPr lang="en-US" sz="60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(D) The children are learning to dance</a:t>
            </a:r>
            <a:endParaRPr lang="vi-VN" sz="60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  <a:p>
            <a:r>
              <a:rPr lang="vi-VN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/>
            </a:r>
            <a:br>
              <a:rPr lang="vi-VN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</a:br>
            <a:endParaRPr lang="en-US" sz="60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772893" y="6629400"/>
            <a:ext cx="5029200" cy="228600"/>
          </a:xfrm>
        </p:spPr>
        <p:txBody>
          <a:bodyPr/>
          <a:lstStyle/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1088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Metropolitan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Metropolitan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Metropolitan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00000"/>
                <a:lumMod val="110000"/>
              </a:schemeClr>
            </a:gs>
            <a:gs pos="50000">
              <a:schemeClr val="phClr">
                <a:tint val="75000"/>
                <a:satMod val="101000"/>
                <a:lumMod val="105000"/>
              </a:schemeClr>
            </a:gs>
            <a:gs pos="100000">
              <a:schemeClr val="phClr">
                <a:tint val="82000"/>
                <a:satMod val="104000"/>
                <a:lumMod val="105000"/>
              </a:schemeClr>
            </a:gs>
          </a:gsLst>
          <a:lin ang="27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0000"/>
                <a:lumMod val="100000"/>
              </a:schemeClr>
            </a:gs>
            <a:gs pos="100000">
              <a:schemeClr val="phClr">
                <a:shade val="80000"/>
                <a:satMod val="100000"/>
                <a:lumMod val="99000"/>
              </a:schemeClr>
            </a:gs>
          </a:gsLst>
          <a:lin ang="27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5000"/>
            <a:satMod val="17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tropolitan" id="{4C5440D6-04D2-4954-96CF-F251137069B2}" vid="{44E3BB9A-3BF5-4BE4-90CF-48BFABC7851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TM03457491[[fn=Metropolitan]]</Template>
  <TotalTime>6488</TotalTime>
  <Words>98</Words>
  <Application>Microsoft Office PowerPoint</Application>
  <PresentationFormat>Widescreen</PresentationFormat>
  <Paragraphs>40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Times New Roman</vt:lpstr>
      <vt:lpstr>Metropolitan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VAN THUAN</dc:creator>
  <cp:lastModifiedBy>Welcome</cp:lastModifiedBy>
  <cp:revision>212</cp:revision>
  <dcterms:created xsi:type="dcterms:W3CDTF">2016-09-10T02:24:35Z</dcterms:created>
  <dcterms:modified xsi:type="dcterms:W3CDTF">2017-12-30T03:31:30Z</dcterms:modified>
</cp:coreProperties>
</file>