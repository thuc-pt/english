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4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68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12/30/2017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450976" y="1438835"/>
            <a:ext cx="3375212" cy="414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boy is taking a nap.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boy is fishing.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boy is eating a snack.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boy is drawing a picture.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845859" y="1909482"/>
            <a:ext cx="4424082" cy="32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man is picking flowers.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man is standing up.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man is talking to his neighbor.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man is working in the garden.</a:t>
            </a:r>
            <a:endParaRPr lang="vi-VN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039035" y="2017060"/>
            <a:ext cx="5163671" cy="326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dog is sitting on a boat.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dog is eating on the boat.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dog is standing on a boat.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dog is swimming to a boat.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44153" y="1936376"/>
            <a:ext cx="5082988" cy="332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men are looking at a computer.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men are making a phone call.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men are having lunch.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One man is asleep.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711388" y="1936376"/>
            <a:ext cx="5136777" cy="328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can of pencils is full.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pencils are on the can.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can of pencils is empty.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pencils are broken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6488</TotalTime>
  <Words>101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212</cp:revision>
  <dcterms:created xsi:type="dcterms:W3CDTF">2016-09-10T02:24:35Z</dcterms:created>
  <dcterms:modified xsi:type="dcterms:W3CDTF">2017-12-30T03:36:17Z</dcterms:modified>
</cp:coreProperties>
</file>