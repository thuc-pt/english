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68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12/27/2017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68022" y="1529686"/>
            <a:ext cx="5156433" cy="326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(A) This is a picture of a motorcycle.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(B) This is a picture of a chair.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is a picture of a wheelchair.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(D) This is a picture of a bicycle.</a:t>
            </a:r>
          </a:p>
          <a:p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687782" y="1136072"/>
            <a:ext cx="5846618" cy="389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54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(A) This man is wearing glasses.</a:t>
            </a:r>
            <a:b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(B) He is looking into a movie camera.</a:t>
            </a:r>
            <a:b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(C) He is using a computer.</a:t>
            </a:r>
            <a:b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man is checking his eyesight.</a:t>
            </a:r>
          </a:p>
          <a:p>
            <a:r>
              <a:rPr lang="vi-VN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5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023532" y="831676"/>
            <a:ext cx="3721159" cy="461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54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(A) The woman has an injured arm.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She has an injured knee.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(C) The woman has an injured foot.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(D) She injured her wrist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vi-V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5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008601" y="1462952"/>
            <a:ext cx="5719763" cy="36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54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(A) The woman is looking in a bottle.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(B) The woman is crying.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(C) She is looking into a telescope.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She is putting medicine in her eye.</a:t>
            </a:r>
          </a:p>
          <a:p>
            <a:r>
              <a:rPr lang="vi-V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5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851871" y="1213139"/>
            <a:ext cx="6638493" cy="428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54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man in white is a doctor.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(B) The man in white is a businessman.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(C) The man in white is a cook.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(D) The man in white is a teacher.</a:t>
            </a:r>
          </a:p>
          <a:p>
            <a:r>
              <a:rPr lang="vi-V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5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6485</TotalTime>
  <Words>91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210</cp:revision>
  <dcterms:created xsi:type="dcterms:W3CDTF">2016-09-10T02:24:35Z</dcterms:created>
  <dcterms:modified xsi:type="dcterms:W3CDTF">2017-12-27T02:40:13Z</dcterms:modified>
</cp:coreProperties>
</file>