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96989" y="1815353"/>
            <a:ext cx="6104964" cy="32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holding a backpack.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carrying a suitcase.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He is holding a box.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man is carrying a briefcase.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50024" y="1922929"/>
            <a:ext cx="5486399" cy="321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giving a presentation.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woman is drawing a picture.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changing clothes.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She is serving food.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17259" y="1882588"/>
            <a:ext cx="5190565" cy="291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in a sports stadium.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near an office building.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He is on a farm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He is in a city.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80329" y="1021976"/>
            <a:ext cx="3886200" cy="428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reading the paper.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reading a book.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exercising.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He is eating lunch.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55894" y="1734671"/>
            <a:ext cx="5338482" cy="340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He is a police officer.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a doctor.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He is a firefighter.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He is a teacher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6497</TotalTime>
  <Words>90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213</cp:revision>
  <dcterms:created xsi:type="dcterms:W3CDTF">2016-09-10T02:24:35Z</dcterms:created>
  <dcterms:modified xsi:type="dcterms:W3CDTF">2017-12-30T03:30:04Z</dcterms:modified>
</cp:coreProperties>
</file>